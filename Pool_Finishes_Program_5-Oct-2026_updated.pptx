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791" r:id="rId2"/>
    <p:sldId id="2147473515" r:id="rId3"/>
    <p:sldId id="2147473518" r:id="rId4"/>
    <p:sldId id="2147473523" r:id="rId5"/>
    <p:sldId id="2147473516" r:id="rId6"/>
    <p:sldId id="2147473525" r:id="rId7"/>
    <p:sldId id="2147473517" r:id="rId8"/>
    <p:sldId id="2147473526" r:id="rId9"/>
    <p:sldId id="2147377102" r:id="rId10"/>
    <p:sldId id="4407" r:id="rId11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ed Abu Faiz" initials="MAF" lastIdx="1" clrIdx="0">
    <p:extLst>
      <p:ext uri="{19B8F6BF-5375-455C-9EA6-DF929625EA0E}">
        <p15:presenceInfo xmlns:p15="http://schemas.microsoft.com/office/powerpoint/2012/main" userId="Mohamed Abu Fai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812" autoAdjust="0"/>
  </p:normalViewPr>
  <p:slideViewPr>
    <p:cSldViewPr snapToGrid="0">
      <p:cViewPr>
        <p:scale>
          <a:sx n="100" d="100"/>
          <a:sy n="100" d="100"/>
        </p:scale>
        <p:origin x="-528" y="-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2A386269-1133-4A7C-B72B-B4979218B740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68ACA92-0BAF-4E1E-A9DC-3FA6D77E6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07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84409-9D2B-BE42-B310-3306B8FF709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32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0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54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93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88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88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3186A-F5A4-4789-B691-13F0C84F81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29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DD117E8F-8296-31B8-D2A9-F3517972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62b196bf0e_2_27:notes">
            <a:extLst>
              <a:ext uri="{FF2B5EF4-FFF2-40B4-BE49-F238E27FC236}">
                <a16:creationId xmlns:a16="http://schemas.microsoft.com/office/drawing/2014/main" id="{484E382D-3E85-F8D2-1489-F2E043E63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0850" y="717550"/>
            <a:ext cx="6357938" cy="3576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  <p:sp>
        <p:nvSpPr>
          <p:cNvPr id="236" name="Google Shape;236;g162b196bf0e_2_27:notes">
            <a:extLst>
              <a:ext uri="{FF2B5EF4-FFF2-40B4-BE49-F238E27FC236}">
                <a16:creationId xmlns:a16="http://schemas.microsoft.com/office/drawing/2014/main" id="{101A726B-87B7-1D2B-46AD-14338AB58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6032" y="4533852"/>
            <a:ext cx="5808246" cy="4295227"/>
          </a:xfrm>
          <a:prstGeom prst="rect">
            <a:avLst/>
          </a:prstGeom>
        </p:spPr>
        <p:txBody>
          <a:bodyPr spcFirstLastPara="1" wrap="square" lIns="95932" tIns="95932" rIns="95932" bIns="95932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342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468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BDA1-2A29-5B12-7890-A6B12B7C7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D4851-DCC9-1CFD-47FF-8E7E3135C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CC12-92FE-60D4-310C-87D52F30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7D0C6-4527-F427-4E38-E9A3E2A3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11638-7B92-A7E4-60AC-363BC0F1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4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CFAF-E6D1-60DB-B982-1977AC60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1D747-9C41-8865-C788-8B94F562D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C6DC3-DAEF-8D7E-4CFB-6A8DB209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8071-5685-3D37-66BC-D659888B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9F482-79DB-B000-95B0-B7A55258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4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28E2-A8D7-0EBE-C1A9-07EAF917B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A1E69-8E6B-9519-205E-12BE6512F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4FB6-C4C9-D8F2-91C1-177A4C29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F600E-4101-10D1-9960-1430ADD5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3A328-79FC-CD6B-0B7B-1F3DC8C4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14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FBC2E-BC78-219D-52E3-C04373E2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2A34C-C9B6-D803-B211-44D59077E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41090-9C8A-6996-CD9B-87BE8964F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E1A19-81D9-70EC-0759-AD99522E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70ED2-FC2A-0BB5-38CD-759A43FA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036E3-D4B4-DA49-D3BA-5708619B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3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1CA1-58B2-9C7A-019D-D5FD4BB4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90710-7E1F-DA7C-15B0-865D2ACFD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0A000-40A1-38EC-EF53-3A1F9C525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0F3A51-B081-88EE-F3AA-231ADCB76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363FA-05F2-F9C3-2C2A-522B636E9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2C80C5-AC2D-0448-12FF-503D7493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0EE87-F1A7-09C4-1834-18BED6FD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EE1D6-F582-A420-2655-25A26A36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2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31CE-02DE-8237-40EE-5B94392A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CA84F-1921-121D-1306-B3EAB8FE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B8507-085C-FB0D-C3B5-E6BFB27D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ECBC8-2607-B782-2249-26A73934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2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914F7-3271-D0DA-2D8C-C568D753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9C8BD-5992-6D9F-5AD4-9D1ACD3D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1FD2F-31E9-1733-3DB0-EEAF9740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3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0FE5-9444-B50D-16E4-C7B560C4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2BE6-52B6-53F7-D5A6-BCE130A84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1B687-2127-9161-384C-7399CC7A3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2CE77-710F-14CB-7E7B-3477C55E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C1A79-87C9-5911-0D1C-200951B7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99E1B-BC69-2162-BD34-CB706E93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0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C850-DBC0-373A-4094-455718E7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0DD0-1721-C323-61F8-628866BD6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8F651-5B40-B761-23AC-9D1793D48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4136C-761D-A7B4-B1D0-2988913A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C0180-AB19-E8A5-2EDA-4B852103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A5215-F962-19A7-D5A5-0BF54358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0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5442-5574-181D-9BE2-53231F99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03412-18CD-E071-E4F0-6AA47A69B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C2E5F-1FD4-3910-462B-99EBF8BC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1D18F-8339-C099-0C2F-2C5C9666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4FD96-B6A5-696E-95AB-953D7A0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1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F6642-31F0-1C47-E0B7-EBE9A854E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D4594-97A7-FCC7-941D-4C99590CE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7CF1-3E11-3DB5-63D8-6D2C48D1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F3FDB-B8D4-A395-3613-405F44DC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7E9F6-21FD-33E2-DCB7-8DF21146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38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0140" y="739741"/>
            <a:ext cx="5639932" cy="5449027"/>
          </a:xfrm>
          <a:prstGeom prst="rect">
            <a:avLst/>
          </a:prstGeom>
        </p:spPr>
        <p:txBody>
          <a:bodyPr lIns="91423" tIns="45712" rIns="91423" bIns="45712">
            <a:normAutofit/>
          </a:bodyPr>
          <a:lstStyle>
            <a:lvl1pPr>
              <a:defRPr sz="1500">
                <a:solidFill>
                  <a:srgbClr val="776E64"/>
                </a:solidFill>
              </a:defRPr>
            </a:lvl1pPr>
            <a:lvl2pPr>
              <a:defRPr sz="1400">
                <a:solidFill>
                  <a:srgbClr val="776E64"/>
                </a:solidFill>
              </a:defRPr>
            </a:lvl2pPr>
            <a:lvl3pPr>
              <a:defRPr sz="1200">
                <a:solidFill>
                  <a:srgbClr val="776E64"/>
                </a:solidFill>
              </a:defRPr>
            </a:lvl3pPr>
            <a:lvl4pPr>
              <a:defRPr sz="1100">
                <a:solidFill>
                  <a:srgbClr val="776E64"/>
                </a:solidFill>
              </a:defRPr>
            </a:lvl4pPr>
            <a:lvl5pPr>
              <a:defRPr sz="1000">
                <a:solidFill>
                  <a:srgbClr val="776E6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6116389" y="525576"/>
            <a:ext cx="6075611" cy="5663190"/>
          </a:xfrm>
          <a:prstGeom prst="rect">
            <a:avLst/>
          </a:prstGeom>
          <a:solidFill>
            <a:srgbClr val="827566"/>
          </a:solidFill>
          <a:ln w="76200">
            <a:noFill/>
            <a:miter lim="800000"/>
          </a:ln>
          <a:effectLst/>
        </p:spPr>
        <p:txBody>
          <a:bodyPr lIns="91423" tIns="45712" rIns="91423" bIns="45712"/>
          <a:lstStyle>
            <a:lvl1pPr marL="0" indent="0">
              <a:buNone/>
              <a:defRPr sz="3200"/>
            </a:lvl1pPr>
            <a:lvl2pPr marL="457110" indent="0">
              <a:buNone/>
              <a:defRPr sz="2800"/>
            </a:lvl2pPr>
            <a:lvl3pPr marL="914222" indent="0">
              <a:buNone/>
              <a:defRPr sz="2400"/>
            </a:lvl3pPr>
            <a:lvl4pPr marL="1371333" indent="0">
              <a:buNone/>
              <a:defRPr sz="2000"/>
            </a:lvl4pPr>
            <a:lvl5pPr marL="1828443" indent="0">
              <a:buNone/>
              <a:defRPr sz="2000"/>
            </a:lvl5pPr>
            <a:lvl6pPr marL="2285554" indent="0">
              <a:buNone/>
              <a:defRPr sz="2000"/>
            </a:lvl6pPr>
            <a:lvl7pPr marL="2742665" indent="0">
              <a:buNone/>
              <a:defRPr sz="2000"/>
            </a:lvl7pPr>
            <a:lvl8pPr marL="3199775" indent="0">
              <a:buNone/>
              <a:defRPr sz="2000"/>
            </a:lvl8pPr>
            <a:lvl9pPr marL="3656886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27885"/>
            <a:ext cx="12192001" cy="559772"/>
          </a:xfrm>
          <a:prstGeom prst="rect">
            <a:avLst/>
          </a:prstGeom>
          <a:solidFill>
            <a:srgbClr val="002855"/>
          </a:solidFill>
          <a:ln w="3175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7088" tIns="27088" rIns="27088" bIns="27088" numCol="1" spcCol="38094" rtlCol="0" anchor="ctr">
            <a:spAutoFit/>
          </a:bodyPr>
          <a:lstStyle/>
          <a:p>
            <a:pPr defTabSz="774595" rtl="0" latinLnBrk="1" hangingPunct="0"/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45487" y="35920"/>
            <a:ext cx="11743465" cy="489656"/>
          </a:xfrm>
          <a:prstGeom prst="rect">
            <a:avLst/>
          </a:prstGeom>
        </p:spPr>
        <p:txBody>
          <a:bodyPr lIns="91423" tIns="45712" rIns="91423" bIns="45712" anchor="t">
            <a:norm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866338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2" y="6239109"/>
            <a:ext cx="12191999" cy="400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91423" tIns="45712" rIns="91423" bIns="45712" rtlCol="0">
            <a:spAutoFit/>
          </a:bodyPr>
          <a:lstStyle/>
          <a:p>
            <a:endParaRPr lang="en-AU" sz="2000" dirty="0">
              <a:solidFill>
                <a:srgbClr val="930722"/>
              </a:solidFill>
            </a:endParaRPr>
          </a:p>
        </p:txBody>
      </p:sp>
      <p:sp>
        <p:nvSpPr>
          <p:cNvPr id="9" name="Round Diagonal Corner Rectangle 8"/>
          <p:cNvSpPr/>
          <p:nvPr userDrawn="1"/>
        </p:nvSpPr>
        <p:spPr>
          <a:xfrm>
            <a:off x="-382806" y="5973874"/>
            <a:ext cx="8645055" cy="457200"/>
          </a:xfrm>
          <a:prstGeom prst="round2Diag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3" tIns="45712" rIns="91423" bIns="45712" rtlCol="0" anchor="ctr"/>
          <a:lstStyle/>
          <a:p>
            <a:pPr algn="ctr"/>
            <a:endParaRPr lang="en-US" sz="2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966" y="5870820"/>
            <a:ext cx="7736106" cy="537683"/>
          </a:xfrm>
          <a:prstGeom prst="rect">
            <a:avLst/>
          </a:prstGeom>
        </p:spPr>
        <p:txBody>
          <a:bodyPr lIns="91423" tIns="45712" rIns="91423" bIns="45712">
            <a:normAutofit/>
          </a:bodyPr>
          <a:lstStyle>
            <a:lvl1pPr marL="0" indent="0" algn="l">
              <a:buNone/>
              <a:defRPr sz="1800">
                <a:solidFill>
                  <a:srgbClr val="930722"/>
                </a:solidFill>
              </a:defRPr>
            </a:lvl1pPr>
            <a:lvl2pPr marL="457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969" y="5176082"/>
            <a:ext cx="7736103" cy="694739"/>
          </a:xfrm>
          <a:prstGeom prst="rect">
            <a:avLst/>
          </a:prstGeom>
        </p:spPr>
        <p:txBody>
          <a:bodyPr lIns="91423" tIns="45712" rIns="91423" bIns="45712" anchor="b">
            <a:noAutofit/>
          </a:bodyPr>
          <a:lstStyle>
            <a:lvl1pPr>
              <a:defRPr sz="28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844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83C78-0AE8-5644-9CE8-55F6FF4C3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531B3-7F02-F1BF-C310-EDF57D19B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C91A7-CC12-8A1C-8716-520583657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5EBAA-D7C3-4E2E-AEE8-496D877C1BDB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69D77-CE64-7DB3-D646-B26630471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939-A31D-DCCA-FAA0-EF0D46298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72A31-AB9A-4F2C-938E-4C6A3EB5B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0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096" y="5198754"/>
            <a:ext cx="7927875" cy="12103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Resort Beach Pool finishes lookahead</a:t>
            </a:r>
            <a:endParaRPr lang="en-GB" sz="16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4377" y="6045598"/>
            <a:ext cx="1359682" cy="555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8D7E3-D93D-35FD-6688-3A3636350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4059" y="-29113"/>
            <a:ext cx="1316199" cy="764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CBC707-ACF0-4A37-9C04-C18A64236D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735132"/>
            <a:ext cx="12192000" cy="522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4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EE74504-A105-9F00-A669-5ACEC7E4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9" b="2211"/>
          <a:stretch>
            <a:fillRect/>
          </a:stretch>
        </p:blipFill>
        <p:spPr>
          <a:xfrm>
            <a:off x="675882" y="612204"/>
            <a:ext cx="10439912" cy="463996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RESORT ADULT POOL 1 &amp; SPA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3524D6D-EBC9-422D-A9D2-2D2E0AA45040}"/>
              </a:ext>
            </a:extLst>
          </p:cNvPr>
          <p:cNvSpPr/>
          <p:nvPr/>
        </p:nvSpPr>
        <p:spPr>
          <a:xfrm>
            <a:off x="6900726" y="3251916"/>
            <a:ext cx="676275" cy="521494"/>
          </a:xfrm>
          <a:custGeom>
            <a:avLst/>
            <a:gdLst>
              <a:gd name="csX0" fmla="*/ 7143 w 666750"/>
              <a:gd name="csY0" fmla="*/ 366713 h 521494"/>
              <a:gd name="csX1" fmla="*/ 88106 w 666750"/>
              <a:gd name="csY1" fmla="*/ 369094 h 521494"/>
              <a:gd name="csX2" fmla="*/ 161925 w 666750"/>
              <a:gd name="csY2" fmla="*/ 366713 h 521494"/>
              <a:gd name="csX3" fmla="*/ 209550 w 666750"/>
              <a:gd name="csY3" fmla="*/ 350044 h 521494"/>
              <a:gd name="csX4" fmla="*/ 278606 w 666750"/>
              <a:gd name="csY4" fmla="*/ 319088 h 521494"/>
              <a:gd name="csX5" fmla="*/ 335756 w 666750"/>
              <a:gd name="csY5" fmla="*/ 273844 h 521494"/>
              <a:gd name="csX6" fmla="*/ 373856 w 666750"/>
              <a:gd name="csY6" fmla="*/ 214313 h 521494"/>
              <a:gd name="csX7" fmla="*/ 369093 w 666750"/>
              <a:gd name="csY7" fmla="*/ 152400 h 521494"/>
              <a:gd name="csX8" fmla="*/ 338137 w 666750"/>
              <a:gd name="csY8" fmla="*/ 100013 h 521494"/>
              <a:gd name="csX9" fmla="*/ 302418 w 666750"/>
              <a:gd name="csY9" fmla="*/ 73819 h 521494"/>
              <a:gd name="csX10" fmla="*/ 402431 w 666750"/>
              <a:gd name="csY10" fmla="*/ 0 h 521494"/>
              <a:gd name="csX11" fmla="*/ 450056 w 666750"/>
              <a:gd name="csY11" fmla="*/ 2381 h 521494"/>
              <a:gd name="csX12" fmla="*/ 488156 w 666750"/>
              <a:gd name="csY12" fmla="*/ 0 h 521494"/>
              <a:gd name="csX13" fmla="*/ 571500 w 666750"/>
              <a:gd name="csY13" fmla="*/ 42863 h 521494"/>
              <a:gd name="csX14" fmla="*/ 645318 w 666750"/>
              <a:gd name="csY14" fmla="*/ 88106 h 521494"/>
              <a:gd name="csX15" fmla="*/ 666750 w 666750"/>
              <a:gd name="csY15" fmla="*/ 166688 h 521494"/>
              <a:gd name="csX16" fmla="*/ 666750 w 666750"/>
              <a:gd name="csY16" fmla="*/ 230981 h 521494"/>
              <a:gd name="csX17" fmla="*/ 647700 w 666750"/>
              <a:gd name="csY17" fmla="*/ 285750 h 521494"/>
              <a:gd name="csX18" fmla="*/ 611981 w 666750"/>
              <a:gd name="csY18" fmla="*/ 335756 h 521494"/>
              <a:gd name="csX19" fmla="*/ 564356 w 666750"/>
              <a:gd name="csY19" fmla="*/ 390525 h 521494"/>
              <a:gd name="csX20" fmla="*/ 521493 w 666750"/>
              <a:gd name="csY20" fmla="*/ 431006 h 521494"/>
              <a:gd name="csX21" fmla="*/ 445293 w 666750"/>
              <a:gd name="csY21" fmla="*/ 469106 h 521494"/>
              <a:gd name="csX22" fmla="*/ 347662 w 666750"/>
              <a:gd name="csY22" fmla="*/ 507206 h 521494"/>
              <a:gd name="csX23" fmla="*/ 257175 w 666750"/>
              <a:gd name="csY23" fmla="*/ 519113 h 521494"/>
              <a:gd name="csX24" fmla="*/ 159543 w 666750"/>
              <a:gd name="csY24" fmla="*/ 521494 h 521494"/>
              <a:gd name="csX25" fmla="*/ 80962 w 666750"/>
              <a:gd name="csY25" fmla="*/ 521494 h 521494"/>
              <a:gd name="csX26" fmla="*/ 45243 w 666750"/>
              <a:gd name="csY26" fmla="*/ 509588 h 521494"/>
              <a:gd name="csX27" fmla="*/ 7143 w 666750"/>
              <a:gd name="csY27" fmla="*/ 488156 h 521494"/>
              <a:gd name="csX28" fmla="*/ 0 w 666750"/>
              <a:gd name="csY28" fmla="*/ 450056 h 521494"/>
              <a:gd name="csX29" fmla="*/ 7143 w 666750"/>
              <a:gd name="csY29" fmla="*/ 366713 h 521494"/>
              <a:gd name="csX0" fmla="*/ 7143 w 666750"/>
              <a:gd name="csY0" fmla="*/ 366713 h 521494"/>
              <a:gd name="csX1" fmla="*/ 88106 w 666750"/>
              <a:gd name="csY1" fmla="*/ 369094 h 521494"/>
              <a:gd name="csX2" fmla="*/ 161925 w 666750"/>
              <a:gd name="csY2" fmla="*/ 366713 h 521494"/>
              <a:gd name="csX3" fmla="*/ 209550 w 666750"/>
              <a:gd name="csY3" fmla="*/ 350044 h 521494"/>
              <a:gd name="csX4" fmla="*/ 278606 w 666750"/>
              <a:gd name="csY4" fmla="*/ 319088 h 521494"/>
              <a:gd name="csX5" fmla="*/ 335756 w 666750"/>
              <a:gd name="csY5" fmla="*/ 273844 h 521494"/>
              <a:gd name="csX6" fmla="*/ 373856 w 666750"/>
              <a:gd name="csY6" fmla="*/ 214313 h 521494"/>
              <a:gd name="csX7" fmla="*/ 369093 w 666750"/>
              <a:gd name="csY7" fmla="*/ 152400 h 521494"/>
              <a:gd name="csX8" fmla="*/ 338137 w 666750"/>
              <a:gd name="csY8" fmla="*/ 100013 h 521494"/>
              <a:gd name="csX9" fmla="*/ 302418 w 666750"/>
              <a:gd name="csY9" fmla="*/ 73819 h 521494"/>
              <a:gd name="csX10" fmla="*/ 402431 w 666750"/>
              <a:gd name="csY10" fmla="*/ 0 h 521494"/>
              <a:gd name="csX11" fmla="*/ 450056 w 666750"/>
              <a:gd name="csY11" fmla="*/ 2381 h 521494"/>
              <a:gd name="csX12" fmla="*/ 488156 w 666750"/>
              <a:gd name="csY12" fmla="*/ 0 h 521494"/>
              <a:gd name="csX13" fmla="*/ 571500 w 666750"/>
              <a:gd name="csY13" fmla="*/ 42863 h 521494"/>
              <a:gd name="csX14" fmla="*/ 645318 w 666750"/>
              <a:gd name="csY14" fmla="*/ 88106 h 521494"/>
              <a:gd name="csX15" fmla="*/ 666750 w 666750"/>
              <a:gd name="csY15" fmla="*/ 166688 h 521494"/>
              <a:gd name="csX16" fmla="*/ 666750 w 666750"/>
              <a:gd name="csY16" fmla="*/ 230981 h 521494"/>
              <a:gd name="csX17" fmla="*/ 647700 w 666750"/>
              <a:gd name="csY17" fmla="*/ 285750 h 521494"/>
              <a:gd name="csX18" fmla="*/ 611981 w 666750"/>
              <a:gd name="csY18" fmla="*/ 335756 h 521494"/>
              <a:gd name="csX19" fmla="*/ 564356 w 666750"/>
              <a:gd name="csY19" fmla="*/ 390525 h 521494"/>
              <a:gd name="csX20" fmla="*/ 521493 w 666750"/>
              <a:gd name="csY20" fmla="*/ 431006 h 521494"/>
              <a:gd name="csX21" fmla="*/ 452437 w 666750"/>
              <a:gd name="csY21" fmla="*/ 473868 h 521494"/>
              <a:gd name="csX22" fmla="*/ 347662 w 666750"/>
              <a:gd name="csY22" fmla="*/ 507206 h 521494"/>
              <a:gd name="csX23" fmla="*/ 257175 w 666750"/>
              <a:gd name="csY23" fmla="*/ 519113 h 521494"/>
              <a:gd name="csX24" fmla="*/ 159543 w 666750"/>
              <a:gd name="csY24" fmla="*/ 521494 h 521494"/>
              <a:gd name="csX25" fmla="*/ 80962 w 666750"/>
              <a:gd name="csY25" fmla="*/ 521494 h 521494"/>
              <a:gd name="csX26" fmla="*/ 45243 w 666750"/>
              <a:gd name="csY26" fmla="*/ 509588 h 521494"/>
              <a:gd name="csX27" fmla="*/ 7143 w 666750"/>
              <a:gd name="csY27" fmla="*/ 488156 h 521494"/>
              <a:gd name="csX28" fmla="*/ 0 w 666750"/>
              <a:gd name="csY28" fmla="*/ 450056 h 521494"/>
              <a:gd name="csX29" fmla="*/ 7143 w 666750"/>
              <a:gd name="csY29" fmla="*/ 366713 h 521494"/>
              <a:gd name="csX0" fmla="*/ 7143 w 666750"/>
              <a:gd name="csY0" fmla="*/ 366713 h 521494"/>
              <a:gd name="csX1" fmla="*/ 88106 w 666750"/>
              <a:gd name="csY1" fmla="*/ 369094 h 521494"/>
              <a:gd name="csX2" fmla="*/ 161925 w 666750"/>
              <a:gd name="csY2" fmla="*/ 366713 h 521494"/>
              <a:gd name="csX3" fmla="*/ 209550 w 666750"/>
              <a:gd name="csY3" fmla="*/ 350044 h 521494"/>
              <a:gd name="csX4" fmla="*/ 278606 w 666750"/>
              <a:gd name="csY4" fmla="*/ 319088 h 521494"/>
              <a:gd name="csX5" fmla="*/ 335756 w 666750"/>
              <a:gd name="csY5" fmla="*/ 273844 h 521494"/>
              <a:gd name="csX6" fmla="*/ 373856 w 666750"/>
              <a:gd name="csY6" fmla="*/ 214313 h 521494"/>
              <a:gd name="csX7" fmla="*/ 369093 w 666750"/>
              <a:gd name="csY7" fmla="*/ 152400 h 521494"/>
              <a:gd name="csX8" fmla="*/ 338137 w 666750"/>
              <a:gd name="csY8" fmla="*/ 100013 h 521494"/>
              <a:gd name="csX9" fmla="*/ 302418 w 666750"/>
              <a:gd name="csY9" fmla="*/ 73819 h 521494"/>
              <a:gd name="csX10" fmla="*/ 402431 w 666750"/>
              <a:gd name="csY10" fmla="*/ 0 h 521494"/>
              <a:gd name="csX11" fmla="*/ 450056 w 666750"/>
              <a:gd name="csY11" fmla="*/ 2381 h 521494"/>
              <a:gd name="csX12" fmla="*/ 488156 w 666750"/>
              <a:gd name="csY12" fmla="*/ 0 h 521494"/>
              <a:gd name="csX13" fmla="*/ 571500 w 666750"/>
              <a:gd name="csY13" fmla="*/ 42863 h 521494"/>
              <a:gd name="csX14" fmla="*/ 645318 w 666750"/>
              <a:gd name="csY14" fmla="*/ 88106 h 521494"/>
              <a:gd name="csX15" fmla="*/ 666750 w 666750"/>
              <a:gd name="csY15" fmla="*/ 166688 h 521494"/>
              <a:gd name="csX16" fmla="*/ 666750 w 666750"/>
              <a:gd name="csY16" fmla="*/ 230981 h 521494"/>
              <a:gd name="csX17" fmla="*/ 647700 w 666750"/>
              <a:gd name="csY17" fmla="*/ 285750 h 521494"/>
              <a:gd name="csX18" fmla="*/ 611981 w 666750"/>
              <a:gd name="csY18" fmla="*/ 335756 h 521494"/>
              <a:gd name="csX19" fmla="*/ 564356 w 666750"/>
              <a:gd name="csY19" fmla="*/ 390525 h 521494"/>
              <a:gd name="csX20" fmla="*/ 542925 w 666750"/>
              <a:gd name="csY20" fmla="*/ 431006 h 521494"/>
              <a:gd name="csX21" fmla="*/ 452437 w 666750"/>
              <a:gd name="csY21" fmla="*/ 473868 h 521494"/>
              <a:gd name="csX22" fmla="*/ 347662 w 666750"/>
              <a:gd name="csY22" fmla="*/ 507206 h 521494"/>
              <a:gd name="csX23" fmla="*/ 257175 w 666750"/>
              <a:gd name="csY23" fmla="*/ 519113 h 521494"/>
              <a:gd name="csX24" fmla="*/ 159543 w 666750"/>
              <a:gd name="csY24" fmla="*/ 521494 h 521494"/>
              <a:gd name="csX25" fmla="*/ 80962 w 666750"/>
              <a:gd name="csY25" fmla="*/ 521494 h 521494"/>
              <a:gd name="csX26" fmla="*/ 45243 w 666750"/>
              <a:gd name="csY26" fmla="*/ 509588 h 521494"/>
              <a:gd name="csX27" fmla="*/ 7143 w 666750"/>
              <a:gd name="csY27" fmla="*/ 488156 h 521494"/>
              <a:gd name="csX28" fmla="*/ 0 w 666750"/>
              <a:gd name="csY28" fmla="*/ 450056 h 521494"/>
              <a:gd name="csX29" fmla="*/ 7143 w 666750"/>
              <a:gd name="csY29" fmla="*/ 366713 h 521494"/>
              <a:gd name="csX0" fmla="*/ 7143 w 666750"/>
              <a:gd name="csY0" fmla="*/ 366713 h 521494"/>
              <a:gd name="csX1" fmla="*/ 88106 w 666750"/>
              <a:gd name="csY1" fmla="*/ 369094 h 521494"/>
              <a:gd name="csX2" fmla="*/ 161925 w 666750"/>
              <a:gd name="csY2" fmla="*/ 366713 h 521494"/>
              <a:gd name="csX3" fmla="*/ 209550 w 666750"/>
              <a:gd name="csY3" fmla="*/ 350044 h 521494"/>
              <a:gd name="csX4" fmla="*/ 278606 w 666750"/>
              <a:gd name="csY4" fmla="*/ 319088 h 521494"/>
              <a:gd name="csX5" fmla="*/ 335756 w 666750"/>
              <a:gd name="csY5" fmla="*/ 273844 h 521494"/>
              <a:gd name="csX6" fmla="*/ 373856 w 666750"/>
              <a:gd name="csY6" fmla="*/ 214313 h 521494"/>
              <a:gd name="csX7" fmla="*/ 369093 w 666750"/>
              <a:gd name="csY7" fmla="*/ 152400 h 521494"/>
              <a:gd name="csX8" fmla="*/ 338137 w 666750"/>
              <a:gd name="csY8" fmla="*/ 100013 h 521494"/>
              <a:gd name="csX9" fmla="*/ 302418 w 666750"/>
              <a:gd name="csY9" fmla="*/ 73819 h 521494"/>
              <a:gd name="csX10" fmla="*/ 402431 w 666750"/>
              <a:gd name="csY10" fmla="*/ 0 h 521494"/>
              <a:gd name="csX11" fmla="*/ 450056 w 666750"/>
              <a:gd name="csY11" fmla="*/ 2381 h 521494"/>
              <a:gd name="csX12" fmla="*/ 488156 w 666750"/>
              <a:gd name="csY12" fmla="*/ 0 h 521494"/>
              <a:gd name="csX13" fmla="*/ 571500 w 666750"/>
              <a:gd name="csY13" fmla="*/ 42863 h 521494"/>
              <a:gd name="csX14" fmla="*/ 645318 w 666750"/>
              <a:gd name="csY14" fmla="*/ 88106 h 521494"/>
              <a:gd name="csX15" fmla="*/ 666750 w 666750"/>
              <a:gd name="csY15" fmla="*/ 166688 h 521494"/>
              <a:gd name="csX16" fmla="*/ 666750 w 666750"/>
              <a:gd name="csY16" fmla="*/ 230981 h 521494"/>
              <a:gd name="csX17" fmla="*/ 647700 w 666750"/>
              <a:gd name="csY17" fmla="*/ 285750 h 521494"/>
              <a:gd name="csX18" fmla="*/ 611981 w 666750"/>
              <a:gd name="csY18" fmla="*/ 335756 h 521494"/>
              <a:gd name="csX19" fmla="*/ 600075 w 666750"/>
              <a:gd name="csY19" fmla="*/ 390525 h 521494"/>
              <a:gd name="csX20" fmla="*/ 542925 w 666750"/>
              <a:gd name="csY20" fmla="*/ 431006 h 521494"/>
              <a:gd name="csX21" fmla="*/ 452437 w 666750"/>
              <a:gd name="csY21" fmla="*/ 473868 h 521494"/>
              <a:gd name="csX22" fmla="*/ 347662 w 666750"/>
              <a:gd name="csY22" fmla="*/ 507206 h 521494"/>
              <a:gd name="csX23" fmla="*/ 257175 w 666750"/>
              <a:gd name="csY23" fmla="*/ 519113 h 521494"/>
              <a:gd name="csX24" fmla="*/ 159543 w 666750"/>
              <a:gd name="csY24" fmla="*/ 521494 h 521494"/>
              <a:gd name="csX25" fmla="*/ 80962 w 666750"/>
              <a:gd name="csY25" fmla="*/ 521494 h 521494"/>
              <a:gd name="csX26" fmla="*/ 45243 w 666750"/>
              <a:gd name="csY26" fmla="*/ 509588 h 521494"/>
              <a:gd name="csX27" fmla="*/ 7143 w 666750"/>
              <a:gd name="csY27" fmla="*/ 488156 h 521494"/>
              <a:gd name="csX28" fmla="*/ 0 w 666750"/>
              <a:gd name="csY28" fmla="*/ 450056 h 521494"/>
              <a:gd name="csX29" fmla="*/ 7143 w 666750"/>
              <a:gd name="csY29" fmla="*/ 366713 h 521494"/>
              <a:gd name="csX0" fmla="*/ 7143 w 666750"/>
              <a:gd name="csY0" fmla="*/ 366713 h 521494"/>
              <a:gd name="csX1" fmla="*/ 88106 w 666750"/>
              <a:gd name="csY1" fmla="*/ 369094 h 521494"/>
              <a:gd name="csX2" fmla="*/ 161925 w 666750"/>
              <a:gd name="csY2" fmla="*/ 366713 h 521494"/>
              <a:gd name="csX3" fmla="*/ 209550 w 666750"/>
              <a:gd name="csY3" fmla="*/ 350044 h 521494"/>
              <a:gd name="csX4" fmla="*/ 278606 w 666750"/>
              <a:gd name="csY4" fmla="*/ 319088 h 521494"/>
              <a:gd name="csX5" fmla="*/ 335756 w 666750"/>
              <a:gd name="csY5" fmla="*/ 273844 h 521494"/>
              <a:gd name="csX6" fmla="*/ 373856 w 666750"/>
              <a:gd name="csY6" fmla="*/ 214313 h 521494"/>
              <a:gd name="csX7" fmla="*/ 369093 w 666750"/>
              <a:gd name="csY7" fmla="*/ 152400 h 521494"/>
              <a:gd name="csX8" fmla="*/ 338137 w 666750"/>
              <a:gd name="csY8" fmla="*/ 100013 h 521494"/>
              <a:gd name="csX9" fmla="*/ 302418 w 666750"/>
              <a:gd name="csY9" fmla="*/ 73819 h 521494"/>
              <a:gd name="csX10" fmla="*/ 402431 w 666750"/>
              <a:gd name="csY10" fmla="*/ 0 h 521494"/>
              <a:gd name="csX11" fmla="*/ 450056 w 666750"/>
              <a:gd name="csY11" fmla="*/ 2381 h 521494"/>
              <a:gd name="csX12" fmla="*/ 488156 w 666750"/>
              <a:gd name="csY12" fmla="*/ 0 h 521494"/>
              <a:gd name="csX13" fmla="*/ 571500 w 666750"/>
              <a:gd name="csY13" fmla="*/ 42863 h 521494"/>
              <a:gd name="csX14" fmla="*/ 645318 w 666750"/>
              <a:gd name="csY14" fmla="*/ 88106 h 521494"/>
              <a:gd name="csX15" fmla="*/ 666750 w 666750"/>
              <a:gd name="csY15" fmla="*/ 166688 h 521494"/>
              <a:gd name="csX16" fmla="*/ 666750 w 666750"/>
              <a:gd name="csY16" fmla="*/ 230981 h 521494"/>
              <a:gd name="csX17" fmla="*/ 647700 w 666750"/>
              <a:gd name="csY17" fmla="*/ 285750 h 521494"/>
              <a:gd name="csX18" fmla="*/ 640556 w 666750"/>
              <a:gd name="csY18" fmla="*/ 335756 h 521494"/>
              <a:gd name="csX19" fmla="*/ 600075 w 666750"/>
              <a:gd name="csY19" fmla="*/ 390525 h 521494"/>
              <a:gd name="csX20" fmla="*/ 542925 w 666750"/>
              <a:gd name="csY20" fmla="*/ 431006 h 521494"/>
              <a:gd name="csX21" fmla="*/ 452437 w 666750"/>
              <a:gd name="csY21" fmla="*/ 473868 h 521494"/>
              <a:gd name="csX22" fmla="*/ 347662 w 666750"/>
              <a:gd name="csY22" fmla="*/ 507206 h 521494"/>
              <a:gd name="csX23" fmla="*/ 257175 w 666750"/>
              <a:gd name="csY23" fmla="*/ 519113 h 521494"/>
              <a:gd name="csX24" fmla="*/ 159543 w 666750"/>
              <a:gd name="csY24" fmla="*/ 521494 h 521494"/>
              <a:gd name="csX25" fmla="*/ 80962 w 666750"/>
              <a:gd name="csY25" fmla="*/ 521494 h 521494"/>
              <a:gd name="csX26" fmla="*/ 45243 w 666750"/>
              <a:gd name="csY26" fmla="*/ 509588 h 521494"/>
              <a:gd name="csX27" fmla="*/ 7143 w 666750"/>
              <a:gd name="csY27" fmla="*/ 488156 h 521494"/>
              <a:gd name="csX28" fmla="*/ 0 w 666750"/>
              <a:gd name="csY28" fmla="*/ 450056 h 521494"/>
              <a:gd name="csX29" fmla="*/ 7143 w 666750"/>
              <a:gd name="csY29" fmla="*/ 366713 h 521494"/>
              <a:gd name="csX0" fmla="*/ 7143 w 671513"/>
              <a:gd name="csY0" fmla="*/ 366713 h 521494"/>
              <a:gd name="csX1" fmla="*/ 88106 w 671513"/>
              <a:gd name="csY1" fmla="*/ 369094 h 521494"/>
              <a:gd name="csX2" fmla="*/ 161925 w 671513"/>
              <a:gd name="csY2" fmla="*/ 366713 h 521494"/>
              <a:gd name="csX3" fmla="*/ 209550 w 671513"/>
              <a:gd name="csY3" fmla="*/ 350044 h 521494"/>
              <a:gd name="csX4" fmla="*/ 278606 w 671513"/>
              <a:gd name="csY4" fmla="*/ 319088 h 521494"/>
              <a:gd name="csX5" fmla="*/ 335756 w 671513"/>
              <a:gd name="csY5" fmla="*/ 273844 h 521494"/>
              <a:gd name="csX6" fmla="*/ 373856 w 671513"/>
              <a:gd name="csY6" fmla="*/ 214313 h 521494"/>
              <a:gd name="csX7" fmla="*/ 369093 w 671513"/>
              <a:gd name="csY7" fmla="*/ 152400 h 521494"/>
              <a:gd name="csX8" fmla="*/ 338137 w 671513"/>
              <a:gd name="csY8" fmla="*/ 100013 h 521494"/>
              <a:gd name="csX9" fmla="*/ 302418 w 671513"/>
              <a:gd name="csY9" fmla="*/ 73819 h 521494"/>
              <a:gd name="csX10" fmla="*/ 402431 w 671513"/>
              <a:gd name="csY10" fmla="*/ 0 h 521494"/>
              <a:gd name="csX11" fmla="*/ 450056 w 671513"/>
              <a:gd name="csY11" fmla="*/ 2381 h 521494"/>
              <a:gd name="csX12" fmla="*/ 488156 w 671513"/>
              <a:gd name="csY12" fmla="*/ 0 h 521494"/>
              <a:gd name="csX13" fmla="*/ 571500 w 671513"/>
              <a:gd name="csY13" fmla="*/ 42863 h 521494"/>
              <a:gd name="csX14" fmla="*/ 645318 w 671513"/>
              <a:gd name="csY14" fmla="*/ 88106 h 521494"/>
              <a:gd name="csX15" fmla="*/ 666750 w 671513"/>
              <a:gd name="csY15" fmla="*/ 166688 h 521494"/>
              <a:gd name="csX16" fmla="*/ 666750 w 671513"/>
              <a:gd name="csY16" fmla="*/ 230981 h 521494"/>
              <a:gd name="csX17" fmla="*/ 671513 w 671513"/>
              <a:gd name="csY17" fmla="*/ 285750 h 521494"/>
              <a:gd name="csX18" fmla="*/ 640556 w 671513"/>
              <a:gd name="csY18" fmla="*/ 335756 h 521494"/>
              <a:gd name="csX19" fmla="*/ 600075 w 671513"/>
              <a:gd name="csY19" fmla="*/ 390525 h 521494"/>
              <a:gd name="csX20" fmla="*/ 542925 w 671513"/>
              <a:gd name="csY20" fmla="*/ 431006 h 521494"/>
              <a:gd name="csX21" fmla="*/ 452437 w 671513"/>
              <a:gd name="csY21" fmla="*/ 473868 h 521494"/>
              <a:gd name="csX22" fmla="*/ 347662 w 671513"/>
              <a:gd name="csY22" fmla="*/ 507206 h 521494"/>
              <a:gd name="csX23" fmla="*/ 257175 w 671513"/>
              <a:gd name="csY23" fmla="*/ 519113 h 521494"/>
              <a:gd name="csX24" fmla="*/ 159543 w 671513"/>
              <a:gd name="csY24" fmla="*/ 521494 h 521494"/>
              <a:gd name="csX25" fmla="*/ 80962 w 671513"/>
              <a:gd name="csY25" fmla="*/ 521494 h 521494"/>
              <a:gd name="csX26" fmla="*/ 45243 w 671513"/>
              <a:gd name="csY26" fmla="*/ 509588 h 521494"/>
              <a:gd name="csX27" fmla="*/ 7143 w 671513"/>
              <a:gd name="csY27" fmla="*/ 488156 h 521494"/>
              <a:gd name="csX28" fmla="*/ 0 w 671513"/>
              <a:gd name="csY28" fmla="*/ 450056 h 521494"/>
              <a:gd name="csX29" fmla="*/ 7143 w 671513"/>
              <a:gd name="csY29" fmla="*/ 366713 h 521494"/>
              <a:gd name="csX0" fmla="*/ 7143 w 676275"/>
              <a:gd name="csY0" fmla="*/ 366713 h 521494"/>
              <a:gd name="csX1" fmla="*/ 88106 w 676275"/>
              <a:gd name="csY1" fmla="*/ 369094 h 521494"/>
              <a:gd name="csX2" fmla="*/ 161925 w 676275"/>
              <a:gd name="csY2" fmla="*/ 366713 h 521494"/>
              <a:gd name="csX3" fmla="*/ 209550 w 676275"/>
              <a:gd name="csY3" fmla="*/ 350044 h 521494"/>
              <a:gd name="csX4" fmla="*/ 278606 w 676275"/>
              <a:gd name="csY4" fmla="*/ 319088 h 521494"/>
              <a:gd name="csX5" fmla="*/ 335756 w 676275"/>
              <a:gd name="csY5" fmla="*/ 273844 h 521494"/>
              <a:gd name="csX6" fmla="*/ 373856 w 676275"/>
              <a:gd name="csY6" fmla="*/ 214313 h 521494"/>
              <a:gd name="csX7" fmla="*/ 369093 w 676275"/>
              <a:gd name="csY7" fmla="*/ 152400 h 521494"/>
              <a:gd name="csX8" fmla="*/ 338137 w 676275"/>
              <a:gd name="csY8" fmla="*/ 100013 h 521494"/>
              <a:gd name="csX9" fmla="*/ 302418 w 676275"/>
              <a:gd name="csY9" fmla="*/ 73819 h 521494"/>
              <a:gd name="csX10" fmla="*/ 402431 w 676275"/>
              <a:gd name="csY10" fmla="*/ 0 h 521494"/>
              <a:gd name="csX11" fmla="*/ 450056 w 676275"/>
              <a:gd name="csY11" fmla="*/ 2381 h 521494"/>
              <a:gd name="csX12" fmla="*/ 488156 w 676275"/>
              <a:gd name="csY12" fmla="*/ 0 h 521494"/>
              <a:gd name="csX13" fmla="*/ 571500 w 676275"/>
              <a:gd name="csY13" fmla="*/ 42863 h 521494"/>
              <a:gd name="csX14" fmla="*/ 645318 w 676275"/>
              <a:gd name="csY14" fmla="*/ 88106 h 521494"/>
              <a:gd name="csX15" fmla="*/ 666750 w 676275"/>
              <a:gd name="csY15" fmla="*/ 166688 h 521494"/>
              <a:gd name="csX16" fmla="*/ 676275 w 676275"/>
              <a:gd name="csY16" fmla="*/ 230981 h 521494"/>
              <a:gd name="csX17" fmla="*/ 671513 w 676275"/>
              <a:gd name="csY17" fmla="*/ 285750 h 521494"/>
              <a:gd name="csX18" fmla="*/ 640556 w 676275"/>
              <a:gd name="csY18" fmla="*/ 335756 h 521494"/>
              <a:gd name="csX19" fmla="*/ 600075 w 676275"/>
              <a:gd name="csY19" fmla="*/ 390525 h 521494"/>
              <a:gd name="csX20" fmla="*/ 542925 w 676275"/>
              <a:gd name="csY20" fmla="*/ 431006 h 521494"/>
              <a:gd name="csX21" fmla="*/ 452437 w 676275"/>
              <a:gd name="csY21" fmla="*/ 473868 h 521494"/>
              <a:gd name="csX22" fmla="*/ 347662 w 676275"/>
              <a:gd name="csY22" fmla="*/ 507206 h 521494"/>
              <a:gd name="csX23" fmla="*/ 257175 w 676275"/>
              <a:gd name="csY23" fmla="*/ 519113 h 521494"/>
              <a:gd name="csX24" fmla="*/ 159543 w 676275"/>
              <a:gd name="csY24" fmla="*/ 521494 h 521494"/>
              <a:gd name="csX25" fmla="*/ 80962 w 676275"/>
              <a:gd name="csY25" fmla="*/ 521494 h 521494"/>
              <a:gd name="csX26" fmla="*/ 45243 w 676275"/>
              <a:gd name="csY26" fmla="*/ 509588 h 521494"/>
              <a:gd name="csX27" fmla="*/ 7143 w 676275"/>
              <a:gd name="csY27" fmla="*/ 488156 h 521494"/>
              <a:gd name="csX28" fmla="*/ 0 w 676275"/>
              <a:gd name="csY28" fmla="*/ 450056 h 521494"/>
              <a:gd name="csX29" fmla="*/ 7143 w 676275"/>
              <a:gd name="csY29" fmla="*/ 366713 h 521494"/>
              <a:gd name="csX0" fmla="*/ 7143 w 676275"/>
              <a:gd name="csY0" fmla="*/ 366713 h 521494"/>
              <a:gd name="csX1" fmla="*/ 88106 w 676275"/>
              <a:gd name="csY1" fmla="*/ 369094 h 521494"/>
              <a:gd name="csX2" fmla="*/ 161925 w 676275"/>
              <a:gd name="csY2" fmla="*/ 366713 h 521494"/>
              <a:gd name="csX3" fmla="*/ 209550 w 676275"/>
              <a:gd name="csY3" fmla="*/ 350044 h 521494"/>
              <a:gd name="csX4" fmla="*/ 278606 w 676275"/>
              <a:gd name="csY4" fmla="*/ 319088 h 521494"/>
              <a:gd name="csX5" fmla="*/ 335756 w 676275"/>
              <a:gd name="csY5" fmla="*/ 273844 h 521494"/>
              <a:gd name="csX6" fmla="*/ 373856 w 676275"/>
              <a:gd name="csY6" fmla="*/ 214313 h 521494"/>
              <a:gd name="csX7" fmla="*/ 369093 w 676275"/>
              <a:gd name="csY7" fmla="*/ 152400 h 521494"/>
              <a:gd name="csX8" fmla="*/ 338137 w 676275"/>
              <a:gd name="csY8" fmla="*/ 100013 h 521494"/>
              <a:gd name="csX9" fmla="*/ 302418 w 676275"/>
              <a:gd name="csY9" fmla="*/ 73819 h 521494"/>
              <a:gd name="csX10" fmla="*/ 402431 w 676275"/>
              <a:gd name="csY10" fmla="*/ 0 h 521494"/>
              <a:gd name="csX11" fmla="*/ 450056 w 676275"/>
              <a:gd name="csY11" fmla="*/ 2381 h 521494"/>
              <a:gd name="csX12" fmla="*/ 488156 w 676275"/>
              <a:gd name="csY12" fmla="*/ 0 h 521494"/>
              <a:gd name="csX13" fmla="*/ 571500 w 676275"/>
              <a:gd name="csY13" fmla="*/ 42863 h 521494"/>
              <a:gd name="csX14" fmla="*/ 645318 w 676275"/>
              <a:gd name="csY14" fmla="*/ 88106 h 521494"/>
              <a:gd name="csX15" fmla="*/ 676275 w 676275"/>
              <a:gd name="csY15" fmla="*/ 166688 h 521494"/>
              <a:gd name="csX16" fmla="*/ 676275 w 676275"/>
              <a:gd name="csY16" fmla="*/ 230981 h 521494"/>
              <a:gd name="csX17" fmla="*/ 671513 w 676275"/>
              <a:gd name="csY17" fmla="*/ 285750 h 521494"/>
              <a:gd name="csX18" fmla="*/ 640556 w 676275"/>
              <a:gd name="csY18" fmla="*/ 335756 h 521494"/>
              <a:gd name="csX19" fmla="*/ 600075 w 676275"/>
              <a:gd name="csY19" fmla="*/ 390525 h 521494"/>
              <a:gd name="csX20" fmla="*/ 542925 w 676275"/>
              <a:gd name="csY20" fmla="*/ 431006 h 521494"/>
              <a:gd name="csX21" fmla="*/ 452437 w 676275"/>
              <a:gd name="csY21" fmla="*/ 473868 h 521494"/>
              <a:gd name="csX22" fmla="*/ 347662 w 676275"/>
              <a:gd name="csY22" fmla="*/ 507206 h 521494"/>
              <a:gd name="csX23" fmla="*/ 257175 w 676275"/>
              <a:gd name="csY23" fmla="*/ 519113 h 521494"/>
              <a:gd name="csX24" fmla="*/ 159543 w 676275"/>
              <a:gd name="csY24" fmla="*/ 521494 h 521494"/>
              <a:gd name="csX25" fmla="*/ 80962 w 676275"/>
              <a:gd name="csY25" fmla="*/ 521494 h 521494"/>
              <a:gd name="csX26" fmla="*/ 45243 w 676275"/>
              <a:gd name="csY26" fmla="*/ 509588 h 521494"/>
              <a:gd name="csX27" fmla="*/ 7143 w 676275"/>
              <a:gd name="csY27" fmla="*/ 488156 h 521494"/>
              <a:gd name="csX28" fmla="*/ 0 w 676275"/>
              <a:gd name="csY28" fmla="*/ 450056 h 521494"/>
              <a:gd name="csX29" fmla="*/ 7143 w 676275"/>
              <a:gd name="csY29" fmla="*/ 366713 h 521494"/>
              <a:gd name="csX0" fmla="*/ 7143 w 676275"/>
              <a:gd name="csY0" fmla="*/ 366713 h 521494"/>
              <a:gd name="csX1" fmla="*/ 88106 w 676275"/>
              <a:gd name="csY1" fmla="*/ 369094 h 521494"/>
              <a:gd name="csX2" fmla="*/ 161925 w 676275"/>
              <a:gd name="csY2" fmla="*/ 366713 h 521494"/>
              <a:gd name="csX3" fmla="*/ 209550 w 676275"/>
              <a:gd name="csY3" fmla="*/ 350044 h 521494"/>
              <a:gd name="csX4" fmla="*/ 278606 w 676275"/>
              <a:gd name="csY4" fmla="*/ 319088 h 521494"/>
              <a:gd name="csX5" fmla="*/ 335756 w 676275"/>
              <a:gd name="csY5" fmla="*/ 273844 h 521494"/>
              <a:gd name="csX6" fmla="*/ 373856 w 676275"/>
              <a:gd name="csY6" fmla="*/ 214313 h 521494"/>
              <a:gd name="csX7" fmla="*/ 350043 w 676275"/>
              <a:gd name="csY7" fmla="*/ 157163 h 521494"/>
              <a:gd name="csX8" fmla="*/ 338137 w 676275"/>
              <a:gd name="csY8" fmla="*/ 100013 h 521494"/>
              <a:gd name="csX9" fmla="*/ 302418 w 676275"/>
              <a:gd name="csY9" fmla="*/ 73819 h 521494"/>
              <a:gd name="csX10" fmla="*/ 402431 w 676275"/>
              <a:gd name="csY10" fmla="*/ 0 h 521494"/>
              <a:gd name="csX11" fmla="*/ 450056 w 676275"/>
              <a:gd name="csY11" fmla="*/ 2381 h 521494"/>
              <a:gd name="csX12" fmla="*/ 488156 w 676275"/>
              <a:gd name="csY12" fmla="*/ 0 h 521494"/>
              <a:gd name="csX13" fmla="*/ 571500 w 676275"/>
              <a:gd name="csY13" fmla="*/ 42863 h 521494"/>
              <a:gd name="csX14" fmla="*/ 645318 w 676275"/>
              <a:gd name="csY14" fmla="*/ 88106 h 521494"/>
              <a:gd name="csX15" fmla="*/ 676275 w 676275"/>
              <a:gd name="csY15" fmla="*/ 166688 h 521494"/>
              <a:gd name="csX16" fmla="*/ 676275 w 676275"/>
              <a:gd name="csY16" fmla="*/ 230981 h 521494"/>
              <a:gd name="csX17" fmla="*/ 671513 w 676275"/>
              <a:gd name="csY17" fmla="*/ 285750 h 521494"/>
              <a:gd name="csX18" fmla="*/ 640556 w 676275"/>
              <a:gd name="csY18" fmla="*/ 335756 h 521494"/>
              <a:gd name="csX19" fmla="*/ 600075 w 676275"/>
              <a:gd name="csY19" fmla="*/ 390525 h 521494"/>
              <a:gd name="csX20" fmla="*/ 542925 w 676275"/>
              <a:gd name="csY20" fmla="*/ 431006 h 521494"/>
              <a:gd name="csX21" fmla="*/ 452437 w 676275"/>
              <a:gd name="csY21" fmla="*/ 473868 h 521494"/>
              <a:gd name="csX22" fmla="*/ 347662 w 676275"/>
              <a:gd name="csY22" fmla="*/ 507206 h 521494"/>
              <a:gd name="csX23" fmla="*/ 257175 w 676275"/>
              <a:gd name="csY23" fmla="*/ 519113 h 521494"/>
              <a:gd name="csX24" fmla="*/ 159543 w 676275"/>
              <a:gd name="csY24" fmla="*/ 521494 h 521494"/>
              <a:gd name="csX25" fmla="*/ 80962 w 676275"/>
              <a:gd name="csY25" fmla="*/ 521494 h 521494"/>
              <a:gd name="csX26" fmla="*/ 45243 w 676275"/>
              <a:gd name="csY26" fmla="*/ 509588 h 521494"/>
              <a:gd name="csX27" fmla="*/ 7143 w 676275"/>
              <a:gd name="csY27" fmla="*/ 488156 h 521494"/>
              <a:gd name="csX28" fmla="*/ 0 w 676275"/>
              <a:gd name="csY28" fmla="*/ 450056 h 521494"/>
              <a:gd name="csX29" fmla="*/ 7143 w 676275"/>
              <a:gd name="csY29" fmla="*/ 366713 h 521494"/>
              <a:gd name="csX0" fmla="*/ 7143 w 676275"/>
              <a:gd name="csY0" fmla="*/ 366713 h 521494"/>
              <a:gd name="csX1" fmla="*/ 88106 w 676275"/>
              <a:gd name="csY1" fmla="*/ 369094 h 521494"/>
              <a:gd name="csX2" fmla="*/ 161925 w 676275"/>
              <a:gd name="csY2" fmla="*/ 366713 h 521494"/>
              <a:gd name="csX3" fmla="*/ 209550 w 676275"/>
              <a:gd name="csY3" fmla="*/ 350044 h 521494"/>
              <a:gd name="csX4" fmla="*/ 278606 w 676275"/>
              <a:gd name="csY4" fmla="*/ 319088 h 521494"/>
              <a:gd name="csX5" fmla="*/ 335756 w 676275"/>
              <a:gd name="csY5" fmla="*/ 273844 h 521494"/>
              <a:gd name="csX6" fmla="*/ 373856 w 676275"/>
              <a:gd name="csY6" fmla="*/ 214313 h 521494"/>
              <a:gd name="csX7" fmla="*/ 350043 w 676275"/>
              <a:gd name="csY7" fmla="*/ 157163 h 521494"/>
              <a:gd name="csX8" fmla="*/ 311943 w 676275"/>
              <a:gd name="csY8" fmla="*/ 123825 h 521494"/>
              <a:gd name="csX9" fmla="*/ 302418 w 676275"/>
              <a:gd name="csY9" fmla="*/ 73819 h 521494"/>
              <a:gd name="csX10" fmla="*/ 402431 w 676275"/>
              <a:gd name="csY10" fmla="*/ 0 h 521494"/>
              <a:gd name="csX11" fmla="*/ 450056 w 676275"/>
              <a:gd name="csY11" fmla="*/ 2381 h 521494"/>
              <a:gd name="csX12" fmla="*/ 488156 w 676275"/>
              <a:gd name="csY12" fmla="*/ 0 h 521494"/>
              <a:gd name="csX13" fmla="*/ 571500 w 676275"/>
              <a:gd name="csY13" fmla="*/ 42863 h 521494"/>
              <a:gd name="csX14" fmla="*/ 645318 w 676275"/>
              <a:gd name="csY14" fmla="*/ 88106 h 521494"/>
              <a:gd name="csX15" fmla="*/ 676275 w 676275"/>
              <a:gd name="csY15" fmla="*/ 166688 h 521494"/>
              <a:gd name="csX16" fmla="*/ 676275 w 676275"/>
              <a:gd name="csY16" fmla="*/ 230981 h 521494"/>
              <a:gd name="csX17" fmla="*/ 671513 w 676275"/>
              <a:gd name="csY17" fmla="*/ 285750 h 521494"/>
              <a:gd name="csX18" fmla="*/ 640556 w 676275"/>
              <a:gd name="csY18" fmla="*/ 335756 h 521494"/>
              <a:gd name="csX19" fmla="*/ 600075 w 676275"/>
              <a:gd name="csY19" fmla="*/ 390525 h 521494"/>
              <a:gd name="csX20" fmla="*/ 542925 w 676275"/>
              <a:gd name="csY20" fmla="*/ 431006 h 521494"/>
              <a:gd name="csX21" fmla="*/ 452437 w 676275"/>
              <a:gd name="csY21" fmla="*/ 473868 h 521494"/>
              <a:gd name="csX22" fmla="*/ 347662 w 676275"/>
              <a:gd name="csY22" fmla="*/ 507206 h 521494"/>
              <a:gd name="csX23" fmla="*/ 257175 w 676275"/>
              <a:gd name="csY23" fmla="*/ 519113 h 521494"/>
              <a:gd name="csX24" fmla="*/ 159543 w 676275"/>
              <a:gd name="csY24" fmla="*/ 521494 h 521494"/>
              <a:gd name="csX25" fmla="*/ 80962 w 676275"/>
              <a:gd name="csY25" fmla="*/ 521494 h 521494"/>
              <a:gd name="csX26" fmla="*/ 45243 w 676275"/>
              <a:gd name="csY26" fmla="*/ 509588 h 521494"/>
              <a:gd name="csX27" fmla="*/ 7143 w 676275"/>
              <a:gd name="csY27" fmla="*/ 488156 h 521494"/>
              <a:gd name="csX28" fmla="*/ 0 w 676275"/>
              <a:gd name="csY28" fmla="*/ 450056 h 521494"/>
              <a:gd name="csX29" fmla="*/ 7143 w 676275"/>
              <a:gd name="csY29" fmla="*/ 366713 h 521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76275" h="521494">
                <a:moveTo>
                  <a:pt x="7143" y="366713"/>
                </a:moveTo>
                <a:lnTo>
                  <a:pt x="88106" y="369094"/>
                </a:lnTo>
                <a:lnTo>
                  <a:pt x="161925" y="366713"/>
                </a:lnTo>
                <a:lnTo>
                  <a:pt x="209550" y="350044"/>
                </a:lnTo>
                <a:lnTo>
                  <a:pt x="278606" y="319088"/>
                </a:lnTo>
                <a:lnTo>
                  <a:pt x="335756" y="273844"/>
                </a:lnTo>
                <a:lnTo>
                  <a:pt x="373856" y="214313"/>
                </a:lnTo>
                <a:lnTo>
                  <a:pt x="350043" y="157163"/>
                </a:lnTo>
                <a:lnTo>
                  <a:pt x="311943" y="123825"/>
                </a:lnTo>
                <a:lnTo>
                  <a:pt x="302418" y="73819"/>
                </a:lnTo>
                <a:lnTo>
                  <a:pt x="402431" y="0"/>
                </a:lnTo>
                <a:lnTo>
                  <a:pt x="450056" y="2381"/>
                </a:lnTo>
                <a:lnTo>
                  <a:pt x="488156" y="0"/>
                </a:lnTo>
                <a:lnTo>
                  <a:pt x="571500" y="42863"/>
                </a:lnTo>
                <a:lnTo>
                  <a:pt x="645318" y="88106"/>
                </a:lnTo>
                <a:lnTo>
                  <a:pt x="676275" y="166688"/>
                </a:lnTo>
                <a:lnTo>
                  <a:pt x="676275" y="230981"/>
                </a:lnTo>
                <a:lnTo>
                  <a:pt x="671513" y="285750"/>
                </a:lnTo>
                <a:lnTo>
                  <a:pt x="640556" y="335756"/>
                </a:lnTo>
                <a:lnTo>
                  <a:pt x="600075" y="390525"/>
                </a:lnTo>
                <a:lnTo>
                  <a:pt x="542925" y="431006"/>
                </a:lnTo>
                <a:lnTo>
                  <a:pt x="452437" y="473868"/>
                </a:lnTo>
                <a:lnTo>
                  <a:pt x="347662" y="507206"/>
                </a:lnTo>
                <a:lnTo>
                  <a:pt x="257175" y="519113"/>
                </a:lnTo>
                <a:lnTo>
                  <a:pt x="159543" y="521494"/>
                </a:lnTo>
                <a:lnTo>
                  <a:pt x="80962" y="521494"/>
                </a:lnTo>
                <a:lnTo>
                  <a:pt x="45243" y="509588"/>
                </a:lnTo>
                <a:lnTo>
                  <a:pt x="7143" y="488156"/>
                </a:lnTo>
                <a:lnTo>
                  <a:pt x="0" y="450056"/>
                </a:lnTo>
                <a:lnTo>
                  <a:pt x="7143" y="366713"/>
                </a:lnTo>
                <a:close/>
              </a:path>
            </a:pathLst>
          </a:custGeom>
          <a:solidFill>
            <a:srgbClr val="FFC000">
              <a:alpha val="60000"/>
            </a:srgbClr>
          </a:solidFill>
          <a:ln w="9525">
            <a:solidFill>
              <a:srgbClr val="E0AE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E0F5B99-5545-440C-8FFF-573B7C0A33EA}"/>
              </a:ext>
            </a:extLst>
          </p:cNvPr>
          <p:cNvSpPr/>
          <p:nvPr/>
        </p:nvSpPr>
        <p:spPr>
          <a:xfrm>
            <a:off x="6114913" y="3101897"/>
            <a:ext cx="1123950" cy="345282"/>
          </a:xfrm>
          <a:custGeom>
            <a:avLst/>
            <a:gdLst>
              <a:gd name="csX0" fmla="*/ 69056 w 1123950"/>
              <a:gd name="csY0" fmla="*/ 345282 h 345282"/>
              <a:gd name="csX1" fmla="*/ 128588 w 1123950"/>
              <a:gd name="csY1" fmla="*/ 321469 h 345282"/>
              <a:gd name="csX2" fmla="*/ 200025 w 1123950"/>
              <a:gd name="csY2" fmla="*/ 288132 h 345282"/>
              <a:gd name="csX3" fmla="*/ 261938 w 1123950"/>
              <a:gd name="csY3" fmla="*/ 266700 h 345282"/>
              <a:gd name="csX4" fmla="*/ 338138 w 1123950"/>
              <a:gd name="csY4" fmla="*/ 238125 h 345282"/>
              <a:gd name="csX5" fmla="*/ 409575 w 1123950"/>
              <a:gd name="csY5" fmla="*/ 226219 h 345282"/>
              <a:gd name="csX6" fmla="*/ 483394 w 1123950"/>
              <a:gd name="csY6" fmla="*/ 211932 h 345282"/>
              <a:gd name="csX7" fmla="*/ 571500 w 1123950"/>
              <a:gd name="csY7" fmla="*/ 197644 h 345282"/>
              <a:gd name="csX8" fmla="*/ 661988 w 1123950"/>
              <a:gd name="csY8" fmla="*/ 192882 h 345282"/>
              <a:gd name="csX9" fmla="*/ 745331 w 1123950"/>
              <a:gd name="csY9" fmla="*/ 190500 h 345282"/>
              <a:gd name="csX10" fmla="*/ 842963 w 1123950"/>
              <a:gd name="csY10" fmla="*/ 195263 h 345282"/>
              <a:gd name="csX11" fmla="*/ 923925 w 1123950"/>
              <a:gd name="csY11" fmla="*/ 202407 h 345282"/>
              <a:gd name="csX12" fmla="*/ 981075 w 1123950"/>
              <a:gd name="csY12" fmla="*/ 214313 h 345282"/>
              <a:gd name="csX13" fmla="*/ 1023938 w 1123950"/>
              <a:gd name="csY13" fmla="*/ 228600 h 345282"/>
              <a:gd name="csX14" fmla="*/ 1123950 w 1123950"/>
              <a:gd name="csY14" fmla="*/ 164307 h 345282"/>
              <a:gd name="csX15" fmla="*/ 1119188 w 1123950"/>
              <a:gd name="csY15" fmla="*/ 114300 h 345282"/>
              <a:gd name="csX16" fmla="*/ 1059656 w 1123950"/>
              <a:gd name="csY16" fmla="*/ 76200 h 345282"/>
              <a:gd name="csX17" fmla="*/ 1007269 w 1123950"/>
              <a:gd name="csY17" fmla="*/ 23813 h 345282"/>
              <a:gd name="csX18" fmla="*/ 973931 w 1123950"/>
              <a:gd name="csY18" fmla="*/ 26194 h 345282"/>
              <a:gd name="csX19" fmla="*/ 831056 w 1123950"/>
              <a:gd name="csY19" fmla="*/ 7144 h 345282"/>
              <a:gd name="csX20" fmla="*/ 673894 w 1123950"/>
              <a:gd name="csY20" fmla="*/ 0 h 345282"/>
              <a:gd name="csX21" fmla="*/ 559594 w 1123950"/>
              <a:gd name="csY21" fmla="*/ 7144 h 345282"/>
              <a:gd name="csX22" fmla="*/ 426244 w 1123950"/>
              <a:gd name="csY22" fmla="*/ 26194 h 345282"/>
              <a:gd name="csX23" fmla="*/ 264319 w 1123950"/>
              <a:gd name="csY23" fmla="*/ 52388 h 345282"/>
              <a:gd name="csX24" fmla="*/ 116681 w 1123950"/>
              <a:gd name="csY24" fmla="*/ 95250 h 345282"/>
              <a:gd name="csX25" fmla="*/ 64294 w 1123950"/>
              <a:gd name="csY25" fmla="*/ 114300 h 345282"/>
              <a:gd name="csX26" fmla="*/ 21431 w 1123950"/>
              <a:gd name="csY26" fmla="*/ 119063 h 345282"/>
              <a:gd name="csX27" fmla="*/ 2381 w 1123950"/>
              <a:gd name="csY27" fmla="*/ 140494 h 345282"/>
              <a:gd name="csX28" fmla="*/ 0 w 1123950"/>
              <a:gd name="csY28" fmla="*/ 202407 h 345282"/>
              <a:gd name="csX29" fmla="*/ 21431 w 1123950"/>
              <a:gd name="csY29" fmla="*/ 292894 h 345282"/>
              <a:gd name="csX30" fmla="*/ 69056 w 1123950"/>
              <a:gd name="csY30" fmla="*/ 345282 h 345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123950" h="345282">
                <a:moveTo>
                  <a:pt x="69056" y="345282"/>
                </a:moveTo>
                <a:lnTo>
                  <a:pt x="128588" y="321469"/>
                </a:lnTo>
                <a:lnTo>
                  <a:pt x="200025" y="288132"/>
                </a:lnTo>
                <a:lnTo>
                  <a:pt x="261938" y="266700"/>
                </a:lnTo>
                <a:lnTo>
                  <a:pt x="338138" y="238125"/>
                </a:lnTo>
                <a:lnTo>
                  <a:pt x="409575" y="226219"/>
                </a:lnTo>
                <a:lnTo>
                  <a:pt x="483394" y="211932"/>
                </a:lnTo>
                <a:lnTo>
                  <a:pt x="571500" y="197644"/>
                </a:lnTo>
                <a:lnTo>
                  <a:pt x="661988" y="192882"/>
                </a:lnTo>
                <a:lnTo>
                  <a:pt x="745331" y="190500"/>
                </a:lnTo>
                <a:lnTo>
                  <a:pt x="842963" y="195263"/>
                </a:lnTo>
                <a:lnTo>
                  <a:pt x="923925" y="202407"/>
                </a:lnTo>
                <a:lnTo>
                  <a:pt x="981075" y="214313"/>
                </a:lnTo>
                <a:lnTo>
                  <a:pt x="1023938" y="228600"/>
                </a:lnTo>
                <a:lnTo>
                  <a:pt x="1123950" y="164307"/>
                </a:lnTo>
                <a:lnTo>
                  <a:pt x="1119188" y="114300"/>
                </a:lnTo>
                <a:lnTo>
                  <a:pt x="1059656" y="76200"/>
                </a:lnTo>
                <a:lnTo>
                  <a:pt x="1007269" y="23813"/>
                </a:lnTo>
                <a:lnTo>
                  <a:pt x="973931" y="26194"/>
                </a:lnTo>
                <a:lnTo>
                  <a:pt x="831056" y="7144"/>
                </a:lnTo>
                <a:lnTo>
                  <a:pt x="673894" y="0"/>
                </a:lnTo>
                <a:lnTo>
                  <a:pt x="559594" y="7144"/>
                </a:lnTo>
                <a:lnTo>
                  <a:pt x="426244" y="26194"/>
                </a:lnTo>
                <a:lnTo>
                  <a:pt x="264319" y="52388"/>
                </a:lnTo>
                <a:lnTo>
                  <a:pt x="116681" y="95250"/>
                </a:lnTo>
                <a:lnTo>
                  <a:pt x="64294" y="114300"/>
                </a:lnTo>
                <a:lnTo>
                  <a:pt x="21431" y="119063"/>
                </a:lnTo>
                <a:lnTo>
                  <a:pt x="2381" y="140494"/>
                </a:lnTo>
                <a:cubicBezTo>
                  <a:pt x="1587" y="161132"/>
                  <a:pt x="794" y="181769"/>
                  <a:pt x="0" y="202407"/>
                </a:cubicBezTo>
                <a:lnTo>
                  <a:pt x="21431" y="292894"/>
                </a:lnTo>
                <a:lnTo>
                  <a:pt x="69056" y="345282"/>
                </a:lnTo>
                <a:close/>
              </a:path>
            </a:pathLst>
          </a:custGeom>
          <a:solidFill>
            <a:srgbClr val="FFC000">
              <a:alpha val="60000"/>
            </a:srgbClr>
          </a:solidFill>
          <a:ln w="9525">
            <a:solidFill>
              <a:srgbClr val="E0AE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3A1D7C-CC2D-4C47-B18E-4492351F7FA6}"/>
              </a:ext>
            </a:extLst>
          </p:cNvPr>
          <p:cNvSpPr txBox="1"/>
          <p:nvPr/>
        </p:nvSpPr>
        <p:spPr>
          <a:xfrm>
            <a:off x="5937510" y="2909462"/>
            <a:ext cx="11961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Adult Pool 1 West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DBA677-3B35-45D9-8791-D897D428B044}"/>
              </a:ext>
            </a:extLst>
          </p:cNvPr>
          <p:cNvSpPr txBox="1"/>
          <p:nvPr/>
        </p:nvSpPr>
        <p:spPr>
          <a:xfrm>
            <a:off x="6350445" y="3748720"/>
            <a:ext cx="11079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Adult Pool 1 East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1E8F35AB-47C7-48EF-B925-FA1A327F7B49}"/>
              </a:ext>
            </a:extLst>
          </p:cNvPr>
          <p:cNvSpPr/>
          <p:nvPr/>
        </p:nvSpPr>
        <p:spPr>
          <a:xfrm>
            <a:off x="6481626" y="3494804"/>
            <a:ext cx="176212" cy="157162"/>
          </a:xfrm>
          <a:custGeom>
            <a:avLst/>
            <a:gdLst>
              <a:gd name="csX0" fmla="*/ 73818 w 176212"/>
              <a:gd name="csY0" fmla="*/ 157162 h 157162"/>
              <a:gd name="csX1" fmla="*/ 147637 w 176212"/>
              <a:gd name="csY1" fmla="*/ 140493 h 157162"/>
              <a:gd name="csX2" fmla="*/ 173831 w 176212"/>
              <a:gd name="csY2" fmla="*/ 116681 h 157162"/>
              <a:gd name="csX3" fmla="*/ 176212 w 176212"/>
              <a:gd name="csY3" fmla="*/ 57150 h 157162"/>
              <a:gd name="csX4" fmla="*/ 166687 w 176212"/>
              <a:gd name="csY4" fmla="*/ 38100 h 157162"/>
              <a:gd name="csX5" fmla="*/ 138112 w 176212"/>
              <a:gd name="csY5" fmla="*/ 14287 h 157162"/>
              <a:gd name="csX6" fmla="*/ 119062 w 176212"/>
              <a:gd name="csY6" fmla="*/ 4762 h 157162"/>
              <a:gd name="csX7" fmla="*/ 78581 w 176212"/>
              <a:gd name="csY7" fmla="*/ 0 h 157162"/>
              <a:gd name="csX8" fmla="*/ 23812 w 176212"/>
              <a:gd name="csY8" fmla="*/ 14287 h 157162"/>
              <a:gd name="csX9" fmla="*/ 7143 w 176212"/>
              <a:gd name="csY9" fmla="*/ 50006 h 157162"/>
              <a:gd name="csX10" fmla="*/ 0 w 176212"/>
              <a:gd name="csY10" fmla="*/ 76200 h 157162"/>
              <a:gd name="csX11" fmla="*/ 11906 w 176212"/>
              <a:gd name="csY11" fmla="*/ 128587 h 157162"/>
              <a:gd name="csX12" fmla="*/ 73818 w 176212"/>
              <a:gd name="csY12" fmla="*/ 157162 h 157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6212" h="157162">
                <a:moveTo>
                  <a:pt x="73818" y="157162"/>
                </a:moveTo>
                <a:lnTo>
                  <a:pt x="147637" y="140493"/>
                </a:lnTo>
                <a:lnTo>
                  <a:pt x="173831" y="116681"/>
                </a:lnTo>
                <a:cubicBezTo>
                  <a:pt x="174625" y="96837"/>
                  <a:pt x="175418" y="76994"/>
                  <a:pt x="176212" y="57150"/>
                </a:cubicBezTo>
                <a:lnTo>
                  <a:pt x="166687" y="38100"/>
                </a:lnTo>
                <a:lnTo>
                  <a:pt x="138112" y="14287"/>
                </a:lnTo>
                <a:lnTo>
                  <a:pt x="119062" y="4762"/>
                </a:lnTo>
                <a:lnTo>
                  <a:pt x="78581" y="0"/>
                </a:lnTo>
                <a:lnTo>
                  <a:pt x="23812" y="14287"/>
                </a:lnTo>
                <a:lnTo>
                  <a:pt x="7143" y="50006"/>
                </a:lnTo>
                <a:lnTo>
                  <a:pt x="0" y="76200"/>
                </a:lnTo>
                <a:lnTo>
                  <a:pt x="11906" y="128587"/>
                </a:lnTo>
                <a:lnTo>
                  <a:pt x="73818" y="157162"/>
                </a:lnTo>
                <a:close/>
              </a:path>
            </a:pathLst>
          </a:custGeom>
          <a:solidFill>
            <a:srgbClr val="FFC000">
              <a:alpha val="60000"/>
            </a:srgbClr>
          </a:solidFill>
          <a:ln w="9525">
            <a:solidFill>
              <a:srgbClr val="FFC000"/>
            </a:solidFill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55729CA-E6DF-4565-ADA2-14B28C13B534}"/>
              </a:ext>
            </a:extLst>
          </p:cNvPr>
          <p:cNvCxnSpPr>
            <a:cxnSpLocks/>
            <a:stCxn id="67" idx="1"/>
          </p:cNvCxnSpPr>
          <p:nvPr/>
        </p:nvCxnSpPr>
        <p:spPr>
          <a:xfrm flipH="1" flipV="1">
            <a:off x="7315201" y="3748720"/>
            <a:ext cx="246734" cy="147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70A0F32-B7F7-42C5-AEA3-33BD09578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482274"/>
              </p:ext>
            </p:extLst>
          </p:nvPr>
        </p:nvGraphicFramePr>
        <p:xfrm>
          <a:off x="7561935" y="3701942"/>
          <a:ext cx="4408070" cy="3048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227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958767949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200116578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509109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2096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0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01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2096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104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7789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BCE4F2E-BFAD-4BB6-96CF-41A5382896B2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6EB76-5A21-442E-8D36-1BDDEF0C59AE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FA3674-4822-4D14-B751-24240F1234F0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D1177C-D146-4C64-89AF-0B1B9A3521FE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B7C13E-8F42-404B-AFD2-27D9318F3A80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683969-7653-4F66-8948-D138F8FB0ABA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F15F0D-306D-4C29-A2CF-94EE568E9346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4547117" y="3748720"/>
            <a:ext cx="1337688" cy="147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430B72C-8EFE-406E-9C5F-13023EAE6AD0}"/>
              </a:ext>
            </a:extLst>
          </p:cNvPr>
          <p:cNvGraphicFramePr>
            <a:graphicFrameLocks noGrp="1"/>
          </p:cNvGraphicFramePr>
          <p:nvPr/>
        </p:nvGraphicFramePr>
        <p:xfrm>
          <a:off x="182220" y="3910898"/>
          <a:ext cx="4629174" cy="2947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411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69553">
                  <a:extLst>
                    <a:ext uri="{9D8B030D-6E8A-4147-A177-3AD203B41FA5}">
                      <a16:colId xmlns:a16="http://schemas.microsoft.com/office/drawing/2014/main" val="1754909667"/>
                    </a:ext>
                  </a:extLst>
                </a:gridCol>
                <a:gridCol w="569553">
                  <a:extLst>
                    <a:ext uri="{9D8B030D-6E8A-4147-A177-3AD203B41FA5}">
                      <a16:colId xmlns:a16="http://schemas.microsoft.com/office/drawing/2014/main" val="3128347648"/>
                    </a:ext>
                  </a:extLst>
                </a:gridCol>
                <a:gridCol w="569553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58052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58052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E7EAED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E7EAED"/>
                          </a:solidFill>
                          <a:effectLst/>
                          <a:latin typeface="Calibri" panose="020F0502020204030204" pitchFamily="34" charset="0"/>
                        </a:rPr>
                        <a:t>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1163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18551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C559184B-1E7B-405A-A6E7-F8A6877EBD9D}"/>
              </a:ext>
            </a:extLst>
          </p:cNvPr>
          <p:cNvSpPr txBox="1"/>
          <p:nvPr/>
        </p:nvSpPr>
        <p:spPr>
          <a:xfrm>
            <a:off x="5395728" y="3494804"/>
            <a:ext cx="9781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Adult Pool Spa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9B15C5-A0E0-4F41-B195-8442E1F45801}"/>
              </a:ext>
            </a:extLst>
          </p:cNvPr>
          <p:cNvGraphicFramePr>
            <a:graphicFrameLocks noGrp="1"/>
          </p:cNvGraphicFramePr>
          <p:nvPr/>
        </p:nvGraphicFramePr>
        <p:xfrm>
          <a:off x="7723645" y="525769"/>
          <a:ext cx="4408070" cy="30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227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1889739699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3129055946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27-Jun-26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7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096285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0B053E-13B9-4745-8447-23D794AA38F2}"/>
              </a:ext>
            </a:extLst>
          </p:cNvPr>
          <p:cNvCxnSpPr>
            <a:cxnSpLocks/>
            <a:stCxn id="21" idx="1"/>
            <a:endCxn id="57" idx="0"/>
          </p:cNvCxnSpPr>
          <p:nvPr/>
        </p:nvCxnSpPr>
        <p:spPr>
          <a:xfrm flipH="1">
            <a:off x="6535591" y="2055052"/>
            <a:ext cx="1188054" cy="854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22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F46A9E1-20EB-A087-98BC-EC5E92711F0B}"/>
              </a:ext>
            </a:extLst>
          </p:cNvPr>
          <p:cNvGrpSpPr/>
          <p:nvPr/>
        </p:nvGrpSpPr>
        <p:grpSpPr>
          <a:xfrm>
            <a:off x="675882" y="612204"/>
            <a:ext cx="10439912" cy="4639961"/>
            <a:chOff x="876044" y="617838"/>
            <a:chExt cx="10439912" cy="463996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E74504-A105-9F00-A669-5ACEC7E4D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389" b="2211"/>
            <a:stretch>
              <a:fillRect/>
            </a:stretch>
          </p:blipFill>
          <p:spPr>
            <a:xfrm>
              <a:off x="876044" y="617838"/>
              <a:ext cx="10439912" cy="4639961"/>
            </a:xfrm>
            <a:prstGeom prst="rect">
              <a:avLst/>
            </a:prstGeom>
          </p:spPr>
        </p:pic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DFD4258-6362-468A-1939-60B93905DECB}"/>
                </a:ext>
              </a:extLst>
            </p:cNvPr>
            <p:cNvSpPr/>
            <p:nvPr/>
          </p:nvSpPr>
          <p:spPr>
            <a:xfrm>
              <a:off x="2955925" y="3476625"/>
              <a:ext cx="581025" cy="612775"/>
            </a:xfrm>
            <a:custGeom>
              <a:avLst/>
              <a:gdLst>
                <a:gd name="csX0" fmla="*/ 117475 w 581025"/>
                <a:gd name="csY0" fmla="*/ 612775 h 612775"/>
                <a:gd name="csX1" fmla="*/ 174625 w 581025"/>
                <a:gd name="csY1" fmla="*/ 606425 h 612775"/>
                <a:gd name="csX2" fmla="*/ 212725 w 581025"/>
                <a:gd name="csY2" fmla="*/ 581025 h 612775"/>
                <a:gd name="csX3" fmla="*/ 238125 w 581025"/>
                <a:gd name="csY3" fmla="*/ 539750 h 612775"/>
                <a:gd name="csX4" fmla="*/ 250825 w 581025"/>
                <a:gd name="csY4" fmla="*/ 482600 h 612775"/>
                <a:gd name="csX5" fmla="*/ 260350 w 581025"/>
                <a:gd name="csY5" fmla="*/ 460375 h 612775"/>
                <a:gd name="csX6" fmla="*/ 288925 w 581025"/>
                <a:gd name="csY6" fmla="*/ 454025 h 612775"/>
                <a:gd name="csX7" fmla="*/ 301625 w 581025"/>
                <a:gd name="csY7" fmla="*/ 428625 h 612775"/>
                <a:gd name="csX8" fmla="*/ 301625 w 581025"/>
                <a:gd name="csY8" fmla="*/ 403225 h 612775"/>
                <a:gd name="csX9" fmla="*/ 361950 w 581025"/>
                <a:gd name="csY9" fmla="*/ 336550 h 612775"/>
                <a:gd name="csX10" fmla="*/ 425450 w 581025"/>
                <a:gd name="csY10" fmla="*/ 279400 h 612775"/>
                <a:gd name="csX11" fmla="*/ 498475 w 581025"/>
                <a:gd name="csY11" fmla="*/ 238125 h 612775"/>
                <a:gd name="csX12" fmla="*/ 581025 w 581025"/>
                <a:gd name="csY12" fmla="*/ 203200 h 612775"/>
                <a:gd name="csX13" fmla="*/ 581025 w 581025"/>
                <a:gd name="csY13" fmla="*/ 158750 h 612775"/>
                <a:gd name="csX14" fmla="*/ 558800 w 581025"/>
                <a:gd name="csY14" fmla="*/ 152400 h 612775"/>
                <a:gd name="csX15" fmla="*/ 552450 w 581025"/>
                <a:gd name="csY15" fmla="*/ 123825 h 612775"/>
                <a:gd name="csX16" fmla="*/ 441325 w 581025"/>
                <a:gd name="csY16" fmla="*/ 63500 h 612775"/>
                <a:gd name="csX17" fmla="*/ 438150 w 581025"/>
                <a:gd name="csY17" fmla="*/ 31750 h 612775"/>
                <a:gd name="csX18" fmla="*/ 431800 w 581025"/>
                <a:gd name="csY18" fmla="*/ 6350 h 612775"/>
                <a:gd name="csX19" fmla="*/ 393700 w 581025"/>
                <a:gd name="csY19" fmla="*/ 0 h 612775"/>
                <a:gd name="csX20" fmla="*/ 361950 w 581025"/>
                <a:gd name="csY20" fmla="*/ 22225 h 612775"/>
                <a:gd name="csX21" fmla="*/ 254000 w 581025"/>
                <a:gd name="csY21" fmla="*/ 38100 h 612775"/>
                <a:gd name="csX22" fmla="*/ 196850 w 581025"/>
                <a:gd name="csY22" fmla="*/ 44450 h 612775"/>
                <a:gd name="csX23" fmla="*/ 120650 w 581025"/>
                <a:gd name="csY23" fmla="*/ 120650 h 612775"/>
                <a:gd name="csX24" fmla="*/ 76200 w 581025"/>
                <a:gd name="csY24" fmla="*/ 174625 h 612775"/>
                <a:gd name="csX25" fmla="*/ 38100 w 581025"/>
                <a:gd name="csY25" fmla="*/ 254000 h 612775"/>
                <a:gd name="csX26" fmla="*/ 3175 w 581025"/>
                <a:gd name="csY26" fmla="*/ 361950 h 612775"/>
                <a:gd name="csX27" fmla="*/ 0 w 581025"/>
                <a:gd name="csY27" fmla="*/ 482600 h 612775"/>
                <a:gd name="csX28" fmla="*/ 19050 w 581025"/>
                <a:gd name="csY28" fmla="*/ 558800 h 612775"/>
                <a:gd name="csX29" fmla="*/ 47625 w 581025"/>
                <a:gd name="csY29" fmla="*/ 581025 h 612775"/>
                <a:gd name="csX30" fmla="*/ 117475 w 581025"/>
                <a:gd name="csY30" fmla="*/ 612775 h 612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581025" h="612775">
                  <a:moveTo>
                    <a:pt x="117475" y="612775"/>
                  </a:moveTo>
                  <a:lnTo>
                    <a:pt x="174625" y="606425"/>
                  </a:lnTo>
                  <a:lnTo>
                    <a:pt x="212725" y="581025"/>
                  </a:lnTo>
                  <a:lnTo>
                    <a:pt x="238125" y="539750"/>
                  </a:lnTo>
                  <a:lnTo>
                    <a:pt x="250825" y="482600"/>
                  </a:lnTo>
                  <a:lnTo>
                    <a:pt x="260350" y="460375"/>
                  </a:lnTo>
                  <a:lnTo>
                    <a:pt x="288925" y="454025"/>
                  </a:lnTo>
                  <a:lnTo>
                    <a:pt x="301625" y="428625"/>
                  </a:lnTo>
                  <a:lnTo>
                    <a:pt x="301625" y="403225"/>
                  </a:lnTo>
                  <a:lnTo>
                    <a:pt x="361950" y="336550"/>
                  </a:lnTo>
                  <a:lnTo>
                    <a:pt x="425450" y="279400"/>
                  </a:lnTo>
                  <a:lnTo>
                    <a:pt x="498475" y="238125"/>
                  </a:lnTo>
                  <a:lnTo>
                    <a:pt x="581025" y="203200"/>
                  </a:lnTo>
                  <a:lnTo>
                    <a:pt x="581025" y="158750"/>
                  </a:lnTo>
                  <a:lnTo>
                    <a:pt x="558800" y="152400"/>
                  </a:lnTo>
                  <a:lnTo>
                    <a:pt x="552450" y="123825"/>
                  </a:lnTo>
                  <a:lnTo>
                    <a:pt x="441325" y="63500"/>
                  </a:lnTo>
                  <a:lnTo>
                    <a:pt x="438150" y="31750"/>
                  </a:lnTo>
                  <a:lnTo>
                    <a:pt x="431800" y="6350"/>
                  </a:lnTo>
                  <a:lnTo>
                    <a:pt x="393700" y="0"/>
                  </a:lnTo>
                  <a:lnTo>
                    <a:pt x="361950" y="22225"/>
                  </a:lnTo>
                  <a:lnTo>
                    <a:pt x="254000" y="38100"/>
                  </a:lnTo>
                  <a:lnTo>
                    <a:pt x="196850" y="44450"/>
                  </a:lnTo>
                  <a:lnTo>
                    <a:pt x="120650" y="120650"/>
                  </a:lnTo>
                  <a:lnTo>
                    <a:pt x="76200" y="174625"/>
                  </a:lnTo>
                  <a:lnTo>
                    <a:pt x="38100" y="254000"/>
                  </a:lnTo>
                  <a:lnTo>
                    <a:pt x="3175" y="361950"/>
                  </a:lnTo>
                  <a:cubicBezTo>
                    <a:pt x="2117" y="402167"/>
                    <a:pt x="1058" y="442383"/>
                    <a:pt x="0" y="482600"/>
                  </a:cubicBezTo>
                  <a:lnTo>
                    <a:pt x="19050" y="558800"/>
                  </a:lnTo>
                  <a:lnTo>
                    <a:pt x="47625" y="581025"/>
                  </a:lnTo>
                  <a:lnTo>
                    <a:pt x="117475" y="612775"/>
                  </a:lnTo>
                  <a:close/>
                </a:path>
              </a:pathLst>
            </a:custGeom>
            <a:solidFill>
              <a:srgbClr val="FFD400">
                <a:alpha val="60000"/>
              </a:srgbClr>
            </a:solidFill>
            <a:ln w="9525">
              <a:solidFill>
                <a:srgbClr val="E0AE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FD8596E-675C-9A7C-DE13-6E2F4BBF6F3C}"/>
                </a:ext>
              </a:extLst>
            </p:cNvPr>
            <p:cNvSpPr txBox="1"/>
            <p:nvPr/>
          </p:nvSpPr>
          <p:spPr>
            <a:xfrm>
              <a:off x="2980261" y="3076580"/>
              <a:ext cx="61792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Family Pool 1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RESORT FAMILY POOL 1 &amp; 2, FAMILY BEACH POOL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4821E78-15DE-416A-B55D-70A4DF2770CD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3096613" y="3371297"/>
            <a:ext cx="4324636" cy="1884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Water Feature Highlight 11">
            <a:extLst>
              <a:ext uri="{FF2B5EF4-FFF2-40B4-BE49-F238E27FC236}">
                <a16:creationId xmlns:a16="http://schemas.microsoft.com/office/drawing/2014/main" id="{A29262D9-3C3E-48E7-A4A7-43C0D50EF694}"/>
              </a:ext>
            </a:extLst>
          </p:cNvPr>
          <p:cNvSpPr/>
          <p:nvPr/>
        </p:nvSpPr>
        <p:spPr>
          <a:xfrm>
            <a:off x="2796483" y="2709133"/>
            <a:ext cx="876787" cy="346668"/>
          </a:xfrm>
          <a:custGeom>
            <a:avLst/>
            <a:gdLst/>
            <a:ahLst/>
            <a:cxnLst/>
            <a:rect l="0" t="0" r="r" b="b"/>
            <a:pathLst>
              <a:path w="876787" h="346668">
                <a:moveTo>
                  <a:pt x="203904" y="0"/>
                </a:moveTo>
                <a:lnTo>
                  <a:pt x="346637" y="20393"/>
                </a:lnTo>
                <a:lnTo>
                  <a:pt x="448589" y="40785"/>
                </a:lnTo>
                <a:lnTo>
                  <a:pt x="509760" y="61177"/>
                </a:lnTo>
                <a:lnTo>
                  <a:pt x="591322" y="81569"/>
                </a:lnTo>
                <a:lnTo>
                  <a:pt x="632103" y="101961"/>
                </a:lnTo>
                <a:lnTo>
                  <a:pt x="693274" y="122354"/>
                </a:lnTo>
                <a:lnTo>
                  <a:pt x="734055" y="142746"/>
                </a:lnTo>
                <a:lnTo>
                  <a:pt x="815616" y="163138"/>
                </a:lnTo>
                <a:lnTo>
                  <a:pt x="856397" y="183530"/>
                </a:lnTo>
                <a:lnTo>
                  <a:pt x="856397" y="203922"/>
                </a:lnTo>
                <a:lnTo>
                  <a:pt x="856397" y="224315"/>
                </a:lnTo>
                <a:lnTo>
                  <a:pt x="876787" y="244707"/>
                </a:lnTo>
                <a:lnTo>
                  <a:pt x="876787" y="265099"/>
                </a:lnTo>
                <a:lnTo>
                  <a:pt x="876787" y="285491"/>
                </a:lnTo>
                <a:lnTo>
                  <a:pt x="876787" y="305883"/>
                </a:lnTo>
                <a:lnTo>
                  <a:pt x="856397" y="326276"/>
                </a:lnTo>
                <a:lnTo>
                  <a:pt x="836007" y="346668"/>
                </a:lnTo>
                <a:lnTo>
                  <a:pt x="836007" y="346668"/>
                </a:lnTo>
                <a:lnTo>
                  <a:pt x="734055" y="346668"/>
                </a:lnTo>
                <a:lnTo>
                  <a:pt x="672883" y="326276"/>
                </a:lnTo>
                <a:lnTo>
                  <a:pt x="203904" y="305883"/>
                </a:lnTo>
                <a:lnTo>
                  <a:pt x="142733" y="285491"/>
                </a:lnTo>
                <a:lnTo>
                  <a:pt x="101952" y="265099"/>
                </a:lnTo>
                <a:lnTo>
                  <a:pt x="61171" y="244707"/>
                </a:lnTo>
                <a:lnTo>
                  <a:pt x="40781" y="224315"/>
                </a:lnTo>
                <a:lnTo>
                  <a:pt x="20391" y="203922"/>
                </a:lnTo>
                <a:lnTo>
                  <a:pt x="0" y="183530"/>
                </a:lnTo>
                <a:lnTo>
                  <a:pt x="0" y="163138"/>
                </a:lnTo>
                <a:lnTo>
                  <a:pt x="0" y="142746"/>
                </a:lnTo>
                <a:lnTo>
                  <a:pt x="0" y="122354"/>
                </a:lnTo>
                <a:lnTo>
                  <a:pt x="0" y="101961"/>
                </a:lnTo>
                <a:lnTo>
                  <a:pt x="0" y="81569"/>
                </a:lnTo>
                <a:lnTo>
                  <a:pt x="0" y="61177"/>
                </a:lnTo>
                <a:lnTo>
                  <a:pt x="20391" y="40785"/>
                </a:lnTo>
                <a:lnTo>
                  <a:pt x="40781" y="20393"/>
                </a:lnTo>
                <a:lnTo>
                  <a:pt x="101952" y="0"/>
                </a:lnTo>
                <a:lnTo>
                  <a:pt x="101952" y="0"/>
                </a:lnTo>
                <a:close/>
              </a:path>
            </a:pathLst>
          </a:custGeom>
          <a:solidFill>
            <a:srgbClr val="FFC000">
              <a:alpha val="60000"/>
            </a:srgbClr>
          </a:solidFill>
          <a:ln w="9525">
            <a:solidFill>
              <a:srgbClr val="E0AE0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B60532-F84C-447B-BF6F-0A2A93A8D01A}"/>
              </a:ext>
            </a:extLst>
          </p:cNvPr>
          <p:cNvSpPr txBox="1"/>
          <p:nvPr/>
        </p:nvSpPr>
        <p:spPr>
          <a:xfrm>
            <a:off x="2755763" y="2501538"/>
            <a:ext cx="11753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Family Beach Pool</a:t>
            </a:r>
          </a:p>
        </p:txBody>
      </p:sp>
      <p:sp>
        <p:nvSpPr>
          <p:cNvPr id="15" name="Water Feature Highlight 8">
            <a:extLst>
              <a:ext uri="{FF2B5EF4-FFF2-40B4-BE49-F238E27FC236}">
                <a16:creationId xmlns:a16="http://schemas.microsoft.com/office/drawing/2014/main" id="{E1ECDD80-EAF2-4EC4-A812-27BC4827C16A}"/>
              </a:ext>
            </a:extLst>
          </p:cNvPr>
          <p:cNvSpPr/>
          <p:nvPr/>
        </p:nvSpPr>
        <p:spPr>
          <a:xfrm>
            <a:off x="2205162" y="3280115"/>
            <a:ext cx="489369" cy="652550"/>
          </a:xfrm>
          <a:custGeom>
            <a:avLst/>
            <a:gdLst/>
            <a:ahLst/>
            <a:cxnLst/>
            <a:rect l="0" t="0" r="r" b="b"/>
            <a:pathLst>
              <a:path w="489369" h="652550">
                <a:moveTo>
                  <a:pt x="407808" y="0"/>
                </a:moveTo>
                <a:lnTo>
                  <a:pt x="428198" y="20392"/>
                </a:lnTo>
                <a:lnTo>
                  <a:pt x="448588" y="40784"/>
                </a:lnTo>
                <a:lnTo>
                  <a:pt x="468979" y="61177"/>
                </a:lnTo>
                <a:lnTo>
                  <a:pt x="489369" y="81569"/>
                </a:lnTo>
                <a:lnTo>
                  <a:pt x="489369" y="101961"/>
                </a:lnTo>
                <a:lnTo>
                  <a:pt x="489369" y="122353"/>
                </a:lnTo>
                <a:lnTo>
                  <a:pt x="489369" y="142745"/>
                </a:lnTo>
                <a:lnTo>
                  <a:pt x="489369" y="163138"/>
                </a:lnTo>
                <a:lnTo>
                  <a:pt x="489369" y="183530"/>
                </a:lnTo>
                <a:lnTo>
                  <a:pt x="468979" y="203922"/>
                </a:lnTo>
                <a:lnTo>
                  <a:pt x="468979" y="224314"/>
                </a:lnTo>
                <a:lnTo>
                  <a:pt x="448588" y="244706"/>
                </a:lnTo>
                <a:lnTo>
                  <a:pt x="428198" y="265099"/>
                </a:lnTo>
                <a:lnTo>
                  <a:pt x="428198" y="285491"/>
                </a:lnTo>
                <a:lnTo>
                  <a:pt x="387417" y="305883"/>
                </a:lnTo>
                <a:lnTo>
                  <a:pt x="387417" y="326275"/>
                </a:lnTo>
                <a:lnTo>
                  <a:pt x="367027" y="346667"/>
                </a:lnTo>
                <a:lnTo>
                  <a:pt x="367027" y="367060"/>
                </a:lnTo>
                <a:lnTo>
                  <a:pt x="346636" y="387452"/>
                </a:lnTo>
                <a:lnTo>
                  <a:pt x="326246" y="407844"/>
                </a:lnTo>
                <a:lnTo>
                  <a:pt x="326246" y="428236"/>
                </a:lnTo>
                <a:lnTo>
                  <a:pt x="326246" y="448628"/>
                </a:lnTo>
                <a:lnTo>
                  <a:pt x="305856" y="469021"/>
                </a:lnTo>
                <a:lnTo>
                  <a:pt x="305856" y="489413"/>
                </a:lnTo>
                <a:lnTo>
                  <a:pt x="305856" y="509805"/>
                </a:lnTo>
                <a:lnTo>
                  <a:pt x="305856" y="530197"/>
                </a:lnTo>
                <a:lnTo>
                  <a:pt x="326246" y="550589"/>
                </a:lnTo>
                <a:lnTo>
                  <a:pt x="305856" y="570982"/>
                </a:lnTo>
                <a:lnTo>
                  <a:pt x="265075" y="591374"/>
                </a:lnTo>
                <a:lnTo>
                  <a:pt x="265075" y="611766"/>
                </a:lnTo>
                <a:lnTo>
                  <a:pt x="265075" y="632158"/>
                </a:lnTo>
                <a:lnTo>
                  <a:pt x="203904" y="652550"/>
                </a:lnTo>
                <a:lnTo>
                  <a:pt x="203904" y="652550"/>
                </a:lnTo>
                <a:lnTo>
                  <a:pt x="142732" y="652550"/>
                </a:lnTo>
                <a:lnTo>
                  <a:pt x="81561" y="632158"/>
                </a:lnTo>
                <a:lnTo>
                  <a:pt x="61171" y="611766"/>
                </a:lnTo>
                <a:lnTo>
                  <a:pt x="40780" y="591374"/>
                </a:lnTo>
                <a:lnTo>
                  <a:pt x="40780" y="570982"/>
                </a:lnTo>
                <a:lnTo>
                  <a:pt x="40780" y="550589"/>
                </a:lnTo>
                <a:lnTo>
                  <a:pt x="20390" y="530197"/>
                </a:lnTo>
                <a:lnTo>
                  <a:pt x="20390" y="509805"/>
                </a:lnTo>
                <a:lnTo>
                  <a:pt x="0" y="489413"/>
                </a:lnTo>
                <a:lnTo>
                  <a:pt x="0" y="469021"/>
                </a:lnTo>
                <a:lnTo>
                  <a:pt x="0" y="448628"/>
                </a:lnTo>
                <a:lnTo>
                  <a:pt x="0" y="428236"/>
                </a:lnTo>
                <a:lnTo>
                  <a:pt x="0" y="407844"/>
                </a:lnTo>
                <a:lnTo>
                  <a:pt x="0" y="387452"/>
                </a:lnTo>
                <a:lnTo>
                  <a:pt x="0" y="367060"/>
                </a:lnTo>
                <a:lnTo>
                  <a:pt x="0" y="346667"/>
                </a:lnTo>
                <a:lnTo>
                  <a:pt x="0" y="326275"/>
                </a:lnTo>
                <a:lnTo>
                  <a:pt x="0" y="305883"/>
                </a:lnTo>
                <a:lnTo>
                  <a:pt x="0" y="285491"/>
                </a:lnTo>
                <a:lnTo>
                  <a:pt x="20390" y="265099"/>
                </a:lnTo>
                <a:lnTo>
                  <a:pt x="20390" y="244706"/>
                </a:lnTo>
                <a:lnTo>
                  <a:pt x="20390" y="224314"/>
                </a:lnTo>
                <a:lnTo>
                  <a:pt x="40780" y="203922"/>
                </a:lnTo>
                <a:lnTo>
                  <a:pt x="40780" y="183530"/>
                </a:lnTo>
                <a:lnTo>
                  <a:pt x="61171" y="163138"/>
                </a:lnTo>
                <a:lnTo>
                  <a:pt x="81561" y="142745"/>
                </a:lnTo>
                <a:lnTo>
                  <a:pt x="81561" y="122353"/>
                </a:lnTo>
                <a:lnTo>
                  <a:pt x="101952" y="101961"/>
                </a:lnTo>
                <a:lnTo>
                  <a:pt x="122342" y="81569"/>
                </a:lnTo>
                <a:lnTo>
                  <a:pt x="142732" y="61177"/>
                </a:lnTo>
                <a:lnTo>
                  <a:pt x="163123" y="40784"/>
                </a:lnTo>
                <a:lnTo>
                  <a:pt x="203904" y="20392"/>
                </a:lnTo>
                <a:lnTo>
                  <a:pt x="224294" y="0"/>
                </a:lnTo>
                <a:lnTo>
                  <a:pt x="224294" y="0"/>
                </a:lnTo>
                <a:close/>
              </a:path>
            </a:pathLst>
          </a:custGeom>
          <a:solidFill>
            <a:srgbClr val="FFD400">
              <a:alpha val="60000"/>
            </a:srgbClr>
          </a:solidFill>
          <a:ln w="9525">
            <a:solidFill>
              <a:srgbClr val="E0AE0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A45BB-5391-4927-B6DE-A1B8ABEDC372}"/>
              </a:ext>
            </a:extLst>
          </p:cNvPr>
          <p:cNvSpPr txBox="1"/>
          <p:nvPr/>
        </p:nvSpPr>
        <p:spPr>
          <a:xfrm>
            <a:off x="1738782" y="3231279"/>
            <a:ext cx="61792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Family Pool 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ED0DCD-C91F-477D-A6DF-29E486F48F7F}"/>
              </a:ext>
            </a:extLst>
          </p:cNvPr>
          <p:cNvCxnSpPr>
            <a:cxnSpLocks/>
          </p:cNvCxnSpPr>
          <p:nvPr/>
        </p:nvCxnSpPr>
        <p:spPr>
          <a:xfrm flipH="1">
            <a:off x="3673270" y="1173216"/>
            <a:ext cx="3747980" cy="1328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D8FC4FE-234E-4653-8AD9-514ED40573AB}"/>
              </a:ext>
            </a:extLst>
          </p:cNvPr>
          <p:cNvGraphicFramePr>
            <a:graphicFrameLocks noGrp="1"/>
          </p:cNvGraphicFramePr>
          <p:nvPr/>
        </p:nvGraphicFramePr>
        <p:xfrm>
          <a:off x="7421249" y="570101"/>
          <a:ext cx="4408070" cy="3053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227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1762967138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1194826764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529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06053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E6C959BA-024D-4922-B35A-A45825087A36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D7D219-FAF1-4956-8863-8274710298B9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48810B-91E6-4E20-8E90-FD58268B3A1F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F235EF-B1F6-4F2C-9579-D15307364291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14B335-FB59-4421-B30E-DB019481A14F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1595EF-FB63-408D-B5D6-FE7C0B4D5946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C4D42B7-1662-493A-9D8B-64C220204008}"/>
              </a:ext>
            </a:extLst>
          </p:cNvPr>
          <p:cNvGraphicFramePr>
            <a:graphicFrameLocks noGrp="1"/>
          </p:cNvGraphicFramePr>
          <p:nvPr/>
        </p:nvGraphicFramePr>
        <p:xfrm>
          <a:off x="7421249" y="3729387"/>
          <a:ext cx="4408070" cy="3053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227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826389557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4046774372"/>
                    </a:ext>
                  </a:extLst>
                </a:gridCol>
                <a:gridCol w="542349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31398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782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998258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8070499-098B-42BC-924E-71069F641626}"/>
              </a:ext>
            </a:extLst>
          </p:cNvPr>
          <p:cNvCxnSpPr>
            <a:cxnSpLocks/>
          </p:cNvCxnSpPr>
          <p:nvPr/>
        </p:nvCxnSpPr>
        <p:spPr>
          <a:xfrm flipV="1">
            <a:off x="1622212" y="3932665"/>
            <a:ext cx="630212" cy="441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F5C902F-AFD1-4B1B-A71F-DDFC164469C5}"/>
              </a:ext>
            </a:extLst>
          </p:cNvPr>
          <p:cNvGraphicFramePr>
            <a:graphicFrameLocks noGrp="1"/>
          </p:cNvGraphicFramePr>
          <p:nvPr/>
        </p:nvGraphicFramePr>
        <p:xfrm>
          <a:off x="106846" y="4070528"/>
          <a:ext cx="5638685" cy="2778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908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693759">
                  <a:extLst>
                    <a:ext uri="{9D8B030D-6E8A-4147-A177-3AD203B41FA5}">
                      <a16:colId xmlns:a16="http://schemas.microsoft.com/office/drawing/2014/main" val="470002816"/>
                    </a:ext>
                  </a:extLst>
                </a:gridCol>
                <a:gridCol w="693759">
                  <a:extLst>
                    <a:ext uri="{9D8B030D-6E8A-4147-A177-3AD203B41FA5}">
                      <a16:colId xmlns:a16="http://schemas.microsoft.com/office/drawing/2014/main" val="1941200772"/>
                    </a:ext>
                  </a:extLst>
                </a:gridCol>
                <a:gridCol w="693759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679750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679750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42869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1614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1614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64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59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24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F46A9E1-20EB-A087-98BC-EC5E92711F0B}"/>
              </a:ext>
            </a:extLst>
          </p:cNvPr>
          <p:cNvGrpSpPr/>
          <p:nvPr/>
        </p:nvGrpSpPr>
        <p:grpSpPr>
          <a:xfrm>
            <a:off x="675882" y="612204"/>
            <a:ext cx="10439912" cy="4639961"/>
            <a:chOff x="876044" y="617838"/>
            <a:chExt cx="10439912" cy="463996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E74504-A105-9F00-A669-5ACEC7E4D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389" b="2211"/>
            <a:stretch>
              <a:fillRect/>
            </a:stretch>
          </p:blipFill>
          <p:spPr>
            <a:xfrm>
              <a:off x="876044" y="617838"/>
              <a:ext cx="10439912" cy="4639961"/>
            </a:xfrm>
            <a:prstGeom prst="rect">
              <a:avLst/>
            </a:prstGeom>
          </p:spPr>
        </p:pic>
        <p:sp>
          <p:nvSpPr>
            <p:cNvPr id="30" name="Water Feature Highlight 6">
              <a:extLst>
                <a:ext uri="{FF2B5EF4-FFF2-40B4-BE49-F238E27FC236}">
                  <a16:creationId xmlns:a16="http://schemas.microsoft.com/office/drawing/2014/main" id="{1E5DD743-C997-420C-2955-7CFE0F081521}"/>
                </a:ext>
              </a:extLst>
            </p:cNvPr>
            <p:cNvSpPr/>
            <p:nvPr/>
          </p:nvSpPr>
          <p:spPr>
            <a:xfrm>
              <a:off x="8257368" y="2408884"/>
              <a:ext cx="958349" cy="1060395"/>
            </a:xfrm>
            <a:custGeom>
              <a:avLst/>
              <a:gdLst>
                <a:gd name="csX0" fmla="*/ 917568 w 958349"/>
                <a:gd name="csY0" fmla="*/ 0 h 1060395"/>
                <a:gd name="csX1" fmla="*/ 937959 w 958349"/>
                <a:gd name="csY1" fmla="*/ 40785 h 1060395"/>
                <a:gd name="csX2" fmla="*/ 937959 w 958349"/>
                <a:gd name="csY2" fmla="*/ 81569 h 1060395"/>
                <a:gd name="csX3" fmla="*/ 958349 w 958349"/>
                <a:gd name="csY3" fmla="*/ 122354 h 1060395"/>
                <a:gd name="csX4" fmla="*/ 958349 w 958349"/>
                <a:gd name="csY4" fmla="*/ 163138 h 1060395"/>
                <a:gd name="csX5" fmla="*/ 958349 w 958349"/>
                <a:gd name="csY5" fmla="*/ 203922 h 1060395"/>
                <a:gd name="csX6" fmla="*/ 958349 w 958349"/>
                <a:gd name="csY6" fmla="*/ 244707 h 1060395"/>
                <a:gd name="csX7" fmla="*/ 958349 w 958349"/>
                <a:gd name="csY7" fmla="*/ 285491 h 1060395"/>
                <a:gd name="csX8" fmla="*/ 958349 w 958349"/>
                <a:gd name="csY8" fmla="*/ 326276 h 1060395"/>
                <a:gd name="csX9" fmla="*/ 937959 w 958349"/>
                <a:gd name="csY9" fmla="*/ 367060 h 1060395"/>
                <a:gd name="csX10" fmla="*/ 937959 w 958349"/>
                <a:gd name="csY10" fmla="*/ 407844 h 1060395"/>
                <a:gd name="csX11" fmla="*/ 917568 w 958349"/>
                <a:gd name="csY11" fmla="*/ 448629 h 1060395"/>
                <a:gd name="csX12" fmla="*/ 897178 w 958349"/>
                <a:gd name="csY12" fmla="*/ 489413 h 1060395"/>
                <a:gd name="csX13" fmla="*/ 876788 w 958349"/>
                <a:gd name="csY13" fmla="*/ 530198 h 1060395"/>
                <a:gd name="csX14" fmla="*/ 856397 w 958349"/>
                <a:gd name="csY14" fmla="*/ 570982 h 1060395"/>
                <a:gd name="csX15" fmla="*/ 836007 w 958349"/>
                <a:gd name="csY15" fmla="*/ 611766 h 1060395"/>
                <a:gd name="csX16" fmla="*/ 774836 w 958349"/>
                <a:gd name="csY16" fmla="*/ 652551 h 1060395"/>
                <a:gd name="csX17" fmla="*/ 754445 w 958349"/>
                <a:gd name="csY17" fmla="*/ 693335 h 1060395"/>
                <a:gd name="csX18" fmla="*/ 713664 w 958349"/>
                <a:gd name="csY18" fmla="*/ 734120 h 1060395"/>
                <a:gd name="csX19" fmla="*/ 672884 w 958349"/>
                <a:gd name="csY19" fmla="*/ 774904 h 1060395"/>
                <a:gd name="csX20" fmla="*/ 611712 w 958349"/>
                <a:gd name="csY20" fmla="*/ 815688 h 1060395"/>
                <a:gd name="csX21" fmla="*/ 570932 w 958349"/>
                <a:gd name="csY21" fmla="*/ 856473 h 1060395"/>
                <a:gd name="csX22" fmla="*/ 489370 w 958349"/>
                <a:gd name="csY22" fmla="*/ 897257 h 1060395"/>
                <a:gd name="csX23" fmla="*/ 428199 w 958349"/>
                <a:gd name="csY23" fmla="*/ 938042 h 1060395"/>
                <a:gd name="csX24" fmla="*/ 346637 w 958349"/>
                <a:gd name="csY24" fmla="*/ 978826 h 1060395"/>
                <a:gd name="csX25" fmla="*/ 244685 w 958349"/>
                <a:gd name="csY25" fmla="*/ 1019610 h 1060395"/>
                <a:gd name="csX26" fmla="*/ 122343 w 958349"/>
                <a:gd name="csY26" fmla="*/ 1060395 h 1060395"/>
                <a:gd name="csX27" fmla="*/ 122343 w 958349"/>
                <a:gd name="csY27" fmla="*/ 1060395 h 1060395"/>
                <a:gd name="csX28" fmla="*/ 61172 w 958349"/>
                <a:gd name="csY28" fmla="*/ 1060395 h 1060395"/>
                <a:gd name="csX29" fmla="*/ 40781 w 958349"/>
                <a:gd name="csY29" fmla="*/ 1019610 h 1060395"/>
                <a:gd name="csX30" fmla="*/ 20391 w 958349"/>
                <a:gd name="csY30" fmla="*/ 978826 h 1060395"/>
                <a:gd name="csX31" fmla="*/ 0 w 958349"/>
                <a:gd name="csY31" fmla="*/ 938042 h 1060395"/>
                <a:gd name="csX32" fmla="*/ 0 w 958349"/>
                <a:gd name="csY32" fmla="*/ 897257 h 1060395"/>
                <a:gd name="csX33" fmla="*/ 61172 w 958349"/>
                <a:gd name="csY33" fmla="*/ 856473 h 1060395"/>
                <a:gd name="csX34" fmla="*/ 142733 w 958349"/>
                <a:gd name="csY34" fmla="*/ 815688 h 1060395"/>
                <a:gd name="csX35" fmla="*/ 224295 w 958349"/>
                <a:gd name="csY35" fmla="*/ 774904 h 1060395"/>
                <a:gd name="csX36" fmla="*/ 326247 w 958349"/>
                <a:gd name="csY36" fmla="*/ 734120 h 1060395"/>
                <a:gd name="csX37" fmla="*/ 387418 w 958349"/>
                <a:gd name="csY37" fmla="*/ 693335 h 1060395"/>
                <a:gd name="csX38" fmla="*/ 428199 w 958349"/>
                <a:gd name="csY38" fmla="*/ 652551 h 1060395"/>
                <a:gd name="csX39" fmla="*/ 468980 w 958349"/>
                <a:gd name="csY39" fmla="*/ 611766 h 1060395"/>
                <a:gd name="csX40" fmla="*/ 489370 w 958349"/>
                <a:gd name="csY40" fmla="*/ 570982 h 1060395"/>
                <a:gd name="csX41" fmla="*/ 530151 w 958349"/>
                <a:gd name="csY41" fmla="*/ 530198 h 1060395"/>
                <a:gd name="csX42" fmla="*/ 530151 w 958349"/>
                <a:gd name="csY42" fmla="*/ 489413 h 1060395"/>
                <a:gd name="csX43" fmla="*/ 530151 w 958349"/>
                <a:gd name="csY43" fmla="*/ 448629 h 1060395"/>
                <a:gd name="csX44" fmla="*/ 517945 w 958349"/>
                <a:gd name="csY44" fmla="*/ 407844 h 1060395"/>
                <a:gd name="csX45" fmla="*/ 509760 w 958349"/>
                <a:gd name="csY45" fmla="*/ 367060 h 1060395"/>
                <a:gd name="csX46" fmla="*/ 468980 w 958349"/>
                <a:gd name="csY46" fmla="*/ 326276 h 1060395"/>
                <a:gd name="csX47" fmla="*/ 387418 w 958349"/>
                <a:gd name="csY47" fmla="*/ 285491 h 1060395"/>
                <a:gd name="csX48" fmla="*/ 367028 w 958349"/>
                <a:gd name="csY48" fmla="*/ 244707 h 1060395"/>
                <a:gd name="csX49" fmla="*/ 367028 w 958349"/>
                <a:gd name="csY49" fmla="*/ 203922 h 1060395"/>
                <a:gd name="csX50" fmla="*/ 387418 w 958349"/>
                <a:gd name="csY50" fmla="*/ 163138 h 1060395"/>
                <a:gd name="csX51" fmla="*/ 448589 w 958349"/>
                <a:gd name="csY51" fmla="*/ 122354 h 1060395"/>
                <a:gd name="csX52" fmla="*/ 509760 w 958349"/>
                <a:gd name="csY52" fmla="*/ 81569 h 1060395"/>
                <a:gd name="csX53" fmla="*/ 611712 w 958349"/>
                <a:gd name="csY53" fmla="*/ 40785 h 1060395"/>
                <a:gd name="csX54" fmla="*/ 815616 w 958349"/>
                <a:gd name="csY54" fmla="*/ 0 h 1060395"/>
                <a:gd name="csX55" fmla="*/ 815616 w 958349"/>
                <a:gd name="csY55" fmla="*/ 0 h 1060395"/>
                <a:gd name="csX56" fmla="*/ 917568 w 958349"/>
                <a:gd name="csY56" fmla="*/ 0 h 106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</a:cxnLst>
              <a:rect l="l" t="t" r="r" b="b"/>
              <a:pathLst>
                <a:path w="958349" h="1060395">
                  <a:moveTo>
                    <a:pt x="917568" y="0"/>
                  </a:moveTo>
                  <a:lnTo>
                    <a:pt x="937959" y="40785"/>
                  </a:lnTo>
                  <a:lnTo>
                    <a:pt x="937959" y="81569"/>
                  </a:lnTo>
                  <a:lnTo>
                    <a:pt x="958349" y="122354"/>
                  </a:lnTo>
                  <a:lnTo>
                    <a:pt x="958349" y="163138"/>
                  </a:lnTo>
                  <a:lnTo>
                    <a:pt x="958349" y="203922"/>
                  </a:lnTo>
                  <a:lnTo>
                    <a:pt x="958349" y="244707"/>
                  </a:lnTo>
                  <a:lnTo>
                    <a:pt x="958349" y="285491"/>
                  </a:lnTo>
                  <a:lnTo>
                    <a:pt x="958349" y="326276"/>
                  </a:lnTo>
                  <a:lnTo>
                    <a:pt x="937959" y="367060"/>
                  </a:lnTo>
                  <a:lnTo>
                    <a:pt x="937959" y="407844"/>
                  </a:lnTo>
                  <a:lnTo>
                    <a:pt x="917568" y="448629"/>
                  </a:lnTo>
                  <a:lnTo>
                    <a:pt x="897178" y="489413"/>
                  </a:lnTo>
                  <a:lnTo>
                    <a:pt x="876788" y="530198"/>
                  </a:lnTo>
                  <a:lnTo>
                    <a:pt x="856397" y="570982"/>
                  </a:lnTo>
                  <a:lnTo>
                    <a:pt x="836007" y="611766"/>
                  </a:lnTo>
                  <a:lnTo>
                    <a:pt x="774836" y="652551"/>
                  </a:lnTo>
                  <a:lnTo>
                    <a:pt x="754445" y="693335"/>
                  </a:lnTo>
                  <a:lnTo>
                    <a:pt x="713664" y="734120"/>
                  </a:lnTo>
                  <a:lnTo>
                    <a:pt x="672884" y="774904"/>
                  </a:lnTo>
                  <a:lnTo>
                    <a:pt x="611712" y="815688"/>
                  </a:lnTo>
                  <a:lnTo>
                    <a:pt x="570932" y="856473"/>
                  </a:lnTo>
                  <a:lnTo>
                    <a:pt x="489370" y="897257"/>
                  </a:lnTo>
                  <a:lnTo>
                    <a:pt x="428199" y="938042"/>
                  </a:lnTo>
                  <a:lnTo>
                    <a:pt x="346637" y="978826"/>
                  </a:lnTo>
                  <a:lnTo>
                    <a:pt x="244685" y="1019610"/>
                  </a:lnTo>
                  <a:lnTo>
                    <a:pt x="122343" y="1060395"/>
                  </a:lnTo>
                  <a:lnTo>
                    <a:pt x="122343" y="1060395"/>
                  </a:lnTo>
                  <a:lnTo>
                    <a:pt x="61172" y="1060395"/>
                  </a:lnTo>
                  <a:lnTo>
                    <a:pt x="40781" y="1019610"/>
                  </a:lnTo>
                  <a:lnTo>
                    <a:pt x="20391" y="978826"/>
                  </a:lnTo>
                  <a:lnTo>
                    <a:pt x="0" y="938042"/>
                  </a:lnTo>
                  <a:lnTo>
                    <a:pt x="0" y="897257"/>
                  </a:lnTo>
                  <a:lnTo>
                    <a:pt x="61172" y="856473"/>
                  </a:lnTo>
                  <a:lnTo>
                    <a:pt x="142733" y="815688"/>
                  </a:lnTo>
                  <a:lnTo>
                    <a:pt x="224295" y="774904"/>
                  </a:lnTo>
                  <a:lnTo>
                    <a:pt x="326247" y="734120"/>
                  </a:lnTo>
                  <a:lnTo>
                    <a:pt x="387418" y="693335"/>
                  </a:lnTo>
                  <a:lnTo>
                    <a:pt x="428199" y="652551"/>
                  </a:lnTo>
                  <a:lnTo>
                    <a:pt x="468980" y="611766"/>
                  </a:lnTo>
                  <a:lnTo>
                    <a:pt x="489370" y="570982"/>
                  </a:lnTo>
                  <a:lnTo>
                    <a:pt x="530151" y="530198"/>
                  </a:lnTo>
                  <a:lnTo>
                    <a:pt x="530151" y="489413"/>
                  </a:lnTo>
                  <a:lnTo>
                    <a:pt x="530151" y="448629"/>
                  </a:lnTo>
                  <a:lnTo>
                    <a:pt x="517945" y="407844"/>
                  </a:lnTo>
                  <a:lnTo>
                    <a:pt x="509760" y="367060"/>
                  </a:lnTo>
                  <a:lnTo>
                    <a:pt x="468980" y="326276"/>
                  </a:lnTo>
                  <a:lnTo>
                    <a:pt x="387418" y="285491"/>
                  </a:lnTo>
                  <a:lnTo>
                    <a:pt x="367028" y="244707"/>
                  </a:lnTo>
                  <a:lnTo>
                    <a:pt x="367028" y="203922"/>
                  </a:lnTo>
                  <a:lnTo>
                    <a:pt x="387418" y="163138"/>
                  </a:lnTo>
                  <a:lnTo>
                    <a:pt x="448589" y="122354"/>
                  </a:lnTo>
                  <a:lnTo>
                    <a:pt x="509760" y="81569"/>
                  </a:lnTo>
                  <a:lnTo>
                    <a:pt x="611712" y="40785"/>
                  </a:lnTo>
                  <a:lnTo>
                    <a:pt x="815616" y="0"/>
                  </a:lnTo>
                  <a:lnTo>
                    <a:pt x="815616" y="0"/>
                  </a:lnTo>
                  <a:lnTo>
                    <a:pt x="917568" y="0"/>
                  </a:lnTo>
                  <a:close/>
                </a:path>
              </a:pathLst>
            </a:custGeom>
            <a:solidFill>
              <a:srgbClr val="FFD400">
                <a:alpha val="60000"/>
              </a:srgbClr>
            </a:solidFill>
            <a:ln w="9525">
              <a:solidFill>
                <a:srgbClr val="E0AE00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9F2D38E-2B40-70F9-BFB7-E5176F5BAD71}"/>
                </a:ext>
              </a:extLst>
            </p:cNvPr>
            <p:cNvSpPr txBox="1"/>
            <p:nvPr/>
          </p:nvSpPr>
          <p:spPr>
            <a:xfrm>
              <a:off x="9151144" y="2580015"/>
              <a:ext cx="151195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Tower Suits Family pool 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TOWER SUITES FAMILY POOL, RESORT FAMILY POOL 3 &amp; RESORT ADULT POOL 2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0805D44-8015-43EE-8FA1-45776A68F4C5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8943675" y="2986359"/>
            <a:ext cx="719054" cy="894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E50FF-28E4-4092-BB2B-F01D51285AD2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A4651-5D6A-4A03-BEDC-886E254B369E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85174-21D2-495C-846E-7C4415F1EC43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46C44-77B9-4E45-8163-2F98240B52F7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071A1-6480-4E32-BF2D-904076FEDC39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CD353-F5CE-4D97-84A5-4ABA67E78855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CE639DB-BE53-455D-BA40-472B36C6B319}"/>
              </a:ext>
            </a:extLst>
          </p:cNvPr>
          <p:cNvSpPr/>
          <p:nvPr/>
        </p:nvSpPr>
        <p:spPr>
          <a:xfrm>
            <a:off x="840444" y="2570879"/>
            <a:ext cx="1169194" cy="664368"/>
          </a:xfrm>
          <a:custGeom>
            <a:avLst/>
            <a:gdLst>
              <a:gd name="csX0" fmla="*/ 381000 w 1169194"/>
              <a:gd name="csY0" fmla="*/ 285750 h 664368"/>
              <a:gd name="csX1" fmla="*/ 442913 w 1169194"/>
              <a:gd name="csY1" fmla="*/ 283368 h 664368"/>
              <a:gd name="csX2" fmla="*/ 533400 w 1169194"/>
              <a:gd name="csY2" fmla="*/ 269081 h 664368"/>
              <a:gd name="csX3" fmla="*/ 588169 w 1169194"/>
              <a:gd name="csY3" fmla="*/ 226218 h 664368"/>
              <a:gd name="csX4" fmla="*/ 609600 w 1169194"/>
              <a:gd name="csY4" fmla="*/ 185737 h 664368"/>
              <a:gd name="csX5" fmla="*/ 604838 w 1169194"/>
              <a:gd name="csY5" fmla="*/ 104775 h 664368"/>
              <a:gd name="csX6" fmla="*/ 576263 w 1169194"/>
              <a:gd name="csY6" fmla="*/ 57150 h 664368"/>
              <a:gd name="csX7" fmla="*/ 514350 w 1169194"/>
              <a:gd name="csY7" fmla="*/ 28575 h 664368"/>
              <a:gd name="csX8" fmla="*/ 445294 w 1169194"/>
              <a:gd name="csY8" fmla="*/ 9525 h 664368"/>
              <a:gd name="csX9" fmla="*/ 364332 w 1169194"/>
              <a:gd name="csY9" fmla="*/ 0 h 664368"/>
              <a:gd name="csX10" fmla="*/ 259557 w 1169194"/>
              <a:gd name="csY10" fmla="*/ 14287 h 664368"/>
              <a:gd name="csX11" fmla="*/ 197644 w 1169194"/>
              <a:gd name="csY11" fmla="*/ 23812 h 664368"/>
              <a:gd name="csX12" fmla="*/ 126207 w 1169194"/>
              <a:gd name="csY12" fmla="*/ 59531 h 664368"/>
              <a:gd name="csX13" fmla="*/ 95250 w 1169194"/>
              <a:gd name="csY13" fmla="*/ 78581 h 664368"/>
              <a:gd name="csX14" fmla="*/ 45244 w 1169194"/>
              <a:gd name="csY14" fmla="*/ 121443 h 664368"/>
              <a:gd name="csX15" fmla="*/ 21432 w 1169194"/>
              <a:gd name="csY15" fmla="*/ 173831 h 664368"/>
              <a:gd name="csX16" fmla="*/ 0 w 1169194"/>
              <a:gd name="csY16" fmla="*/ 266700 h 664368"/>
              <a:gd name="csX17" fmla="*/ 14288 w 1169194"/>
              <a:gd name="csY17" fmla="*/ 352425 h 664368"/>
              <a:gd name="csX18" fmla="*/ 33338 w 1169194"/>
              <a:gd name="csY18" fmla="*/ 404812 h 664368"/>
              <a:gd name="csX19" fmla="*/ 114300 w 1169194"/>
              <a:gd name="csY19" fmla="*/ 490537 h 664368"/>
              <a:gd name="csX20" fmla="*/ 173832 w 1169194"/>
              <a:gd name="csY20" fmla="*/ 535781 h 664368"/>
              <a:gd name="csX21" fmla="*/ 238125 w 1169194"/>
              <a:gd name="csY21" fmla="*/ 573881 h 664368"/>
              <a:gd name="csX22" fmla="*/ 319088 w 1169194"/>
              <a:gd name="csY22" fmla="*/ 609600 h 664368"/>
              <a:gd name="csX23" fmla="*/ 421482 w 1169194"/>
              <a:gd name="csY23" fmla="*/ 638175 h 664368"/>
              <a:gd name="csX24" fmla="*/ 511969 w 1169194"/>
              <a:gd name="csY24" fmla="*/ 654843 h 664368"/>
              <a:gd name="csX25" fmla="*/ 609600 w 1169194"/>
              <a:gd name="csY25" fmla="*/ 664368 h 664368"/>
              <a:gd name="csX26" fmla="*/ 711994 w 1169194"/>
              <a:gd name="csY26" fmla="*/ 659606 h 664368"/>
              <a:gd name="csX27" fmla="*/ 857250 w 1169194"/>
              <a:gd name="csY27" fmla="*/ 650081 h 664368"/>
              <a:gd name="csX28" fmla="*/ 1169194 w 1169194"/>
              <a:gd name="csY28" fmla="*/ 621506 h 664368"/>
              <a:gd name="csX29" fmla="*/ 1162050 w 1169194"/>
              <a:gd name="csY29" fmla="*/ 578643 h 664368"/>
              <a:gd name="csX30" fmla="*/ 1116807 w 1169194"/>
              <a:gd name="csY30" fmla="*/ 516731 h 664368"/>
              <a:gd name="csX31" fmla="*/ 992982 w 1169194"/>
              <a:gd name="csY31" fmla="*/ 519112 h 664368"/>
              <a:gd name="csX32" fmla="*/ 902494 w 1169194"/>
              <a:gd name="csY32" fmla="*/ 528637 h 664368"/>
              <a:gd name="csX33" fmla="*/ 797719 w 1169194"/>
              <a:gd name="csY33" fmla="*/ 519112 h 664368"/>
              <a:gd name="csX34" fmla="*/ 702469 w 1169194"/>
              <a:gd name="csY34" fmla="*/ 504825 h 664368"/>
              <a:gd name="csX35" fmla="*/ 614363 w 1169194"/>
              <a:gd name="csY35" fmla="*/ 466725 h 664368"/>
              <a:gd name="csX36" fmla="*/ 514350 w 1169194"/>
              <a:gd name="csY36" fmla="*/ 428625 h 664368"/>
              <a:gd name="csX37" fmla="*/ 411957 w 1169194"/>
              <a:gd name="csY37" fmla="*/ 357187 h 664368"/>
              <a:gd name="csX38" fmla="*/ 381000 w 1169194"/>
              <a:gd name="csY38" fmla="*/ 285750 h 664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169194" h="664368">
                <a:moveTo>
                  <a:pt x="381000" y="285750"/>
                </a:moveTo>
                <a:lnTo>
                  <a:pt x="442913" y="283368"/>
                </a:lnTo>
                <a:lnTo>
                  <a:pt x="533400" y="269081"/>
                </a:lnTo>
                <a:lnTo>
                  <a:pt x="588169" y="226218"/>
                </a:lnTo>
                <a:lnTo>
                  <a:pt x="609600" y="185737"/>
                </a:lnTo>
                <a:lnTo>
                  <a:pt x="604838" y="104775"/>
                </a:lnTo>
                <a:lnTo>
                  <a:pt x="576263" y="57150"/>
                </a:lnTo>
                <a:lnTo>
                  <a:pt x="514350" y="28575"/>
                </a:lnTo>
                <a:lnTo>
                  <a:pt x="445294" y="9525"/>
                </a:lnTo>
                <a:lnTo>
                  <a:pt x="364332" y="0"/>
                </a:lnTo>
                <a:lnTo>
                  <a:pt x="259557" y="14287"/>
                </a:lnTo>
                <a:lnTo>
                  <a:pt x="197644" y="23812"/>
                </a:lnTo>
                <a:lnTo>
                  <a:pt x="126207" y="59531"/>
                </a:lnTo>
                <a:lnTo>
                  <a:pt x="95250" y="78581"/>
                </a:lnTo>
                <a:lnTo>
                  <a:pt x="45244" y="121443"/>
                </a:lnTo>
                <a:lnTo>
                  <a:pt x="21432" y="173831"/>
                </a:lnTo>
                <a:lnTo>
                  <a:pt x="0" y="266700"/>
                </a:lnTo>
                <a:lnTo>
                  <a:pt x="14288" y="352425"/>
                </a:lnTo>
                <a:lnTo>
                  <a:pt x="33338" y="404812"/>
                </a:lnTo>
                <a:lnTo>
                  <a:pt x="114300" y="490537"/>
                </a:lnTo>
                <a:lnTo>
                  <a:pt x="173832" y="535781"/>
                </a:lnTo>
                <a:lnTo>
                  <a:pt x="238125" y="573881"/>
                </a:lnTo>
                <a:lnTo>
                  <a:pt x="319088" y="609600"/>
                </a:lnTo>
                <a:lnTo>
                  <a:pt x="421482" y="638175"/>
                </a:lnTo>
                <a:lnTo>
                  <a:pt x="511969" y="654843"/>
                </a:lnTo>
                <a:lnTo>
                  <a:pt x="609600" y="664368"/>
                </a:lnTo>
                <a:lnTo>
                  <a:pt x="711994" y="659606"/>
                </a:lnTo>
                <a:lnTo>
                  <a:pt x="857250" y="650081"/>
                </a:lnTo>
                <a:lnTo>
                  <a:pt x="1169194" y="621506"/>
                </a:lnTo>
                <a:lnTo>
                  <a:pt x="1162050" y="578643"/>
                </a:lnTo>
                <a:lnTo>
                  <a:pt x="1116807" y="516731"/>
                </a:lnTo>
                <a:lnTo>
                  <a:pt x="992982" y="519112"/>
                </a:lnTo>
                <a:lnTo>
                  <a:pt x="902494" y="528637"/>
                </a:lnTo>
                <a:lnTo>
                  <a:pt x="797719" y="519112"/>
                </a:lnTo>
                <a:lnTo>
                  <a:pt x="702469" y="504825"/>
                </a:lnTo>
                <a:lnTo>
                  <a:pt x="614363" y="466725"/>
                </a:lnTo>
                <a:lnTo>
                  <a:pt x="514350" y="428625"/>
                </a:lnTo>
                <a:lnTo>
                  <a:pt x="411957" y="357187"/>
                </a:lnTo>
                <a:lnTo>
                  <a:pt x="381000" y="285750"/>
                </a:lnTo>
                <a:close/>
              </a:path>
            </a:pathLst>
          </a:custGeom>
          <a:solidFill>
            <a:srgbClr val="FFD400">
              <a:alpha val="60000"/>
            </a:srgbClr>
          </a:solidFill>
          <a:ln w="9525">
            <a:solidFill>
              <a:srgbClr val="E0AE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2F06A-EF5F-4595-BB8A-816E85DA05A8}"/>
              </a:ext>
            </a:extLst>
          </p:cNvPr>
          <p:cNvSpPr txBox="1"/>
          <p:nvPr/>
        </p:nvSpPr>
        <p:spPr>
          <a:xfrm>
            <a:off x="334916" y="3124958"/>
            <a:ext cx="9108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Family Pool 3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8B9CE91-5731-45D9-8254-F99746226A9C}"/>
              </a:ext>
            </a:extLst>
          </p:cNvPr>
          <p:cNvGraphicFramePr>
            <a:graphicFrameLocks noGrp="1"/>
          </p:cNvGraphicFramePr>
          <p:nvPr/>
        </p:nvGraphicFramePr>
        <p:xfrm>
          <a:off x="7265324" y="3881129"/>
          <a:ext cx="4794811" cy="295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975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89932">
                  <a:extLst>
                    <a:ext uri="{9D8B030D-6E8A-4147-A177-3AD203B41FA5}">
                      <a16:colId xmlns:a16="http://schemas.microsoft.com/office/drawing/2014/main" val="2289560903"/>
                    </a:ext>
                  </a:extLst>
                </a:gridCol>
                <a:gridCol w="589932">
                  <a:extLst>
                    <a:ext uri="{9D8B030D-6E8A-4147-A177-3AD203B41FA5}">
                      <a16:colId xmlns:a16="http://schemas.microsoft.com/office/drawing/2014/main" val="3524724556"/>
                    </a:ext>
                  </a:extLst>
                </a:gridCol>
                <a:gridCol w="589932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78020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78020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1105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8510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18500C9-2ED5-4FF2-9215-CC30354C2516}"/>
              </a:ext>
            </a:extLst>
          </p:cNvPr>
          <p:cNvGraphicFramePr>
            <a:graphicFrameLocks noGrp="1"/>
          </p:cNvGraphicFramePr>
          <p:nvPr/>
        </p:nvGraphicFramePr>
        <p:xfrm>
          <a:off x="6820" y="3918653"/>
          <a:ext cx="4794809" cy="2882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974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63180">
                  <a:extLst>
                    <a:ext uri="{9D8B030D-6E8A-4147-A177-3AD203B41FA5}">
                      <a16:colId xmlns:a16="http://schemas.microsoft.com/office/drawing/2014/main" val="254058213"/>
                    </a:ext>
                  </a:extLst>
                </a:gridCol>
                <a:gridCol w="616685">
                  <a:extLst>
                    <a:ext uri="{9D8B030D-6E8A-4147-A177-3AD203B41FA5}">
                      <a16:colId xmlns:a16="http://schemas.microsoft.com/office/drawing/2014/main" val="2235497658"/>
                    </a:ext>
                  </a:extLst>
                </a:gridCol>
                <a:gridCol w="589932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78019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78019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91614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100 %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26-Sep-26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2030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235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2030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101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185515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5699E13-D3CA-4E82-8FF3-D3B8A1EFD9B2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1740452" y="3169031"/>
            <a:ext cx="663772" cy="74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7D483F1-65D6-425B-9735-0FC128C9E77D}"/>
              </a:ext>
            </a:extLst>
          </p:cNvPr>
          <p:cNvSpPr/>
          <p:nvPr/>
        </p:nvSpPr>
        <p:spPr>
          <a:xfrm>
            <a:off x="4431369" y="3435272"/>
            <a:ext cx="869156" cy="1002507"/>
          </a:xfrm>
          <a:custGeom>
            <a:avLst/>
            <a:gdLst>
              <a:gd name="csX0" fmla="*/ 200025 w 802482"/>
              <a:gd name="csY0" fmla="*/ 1002507 h 1002507"/>
              <a:gd name="csX1" fmla="*/ 526257 w 802482"/>
              <a:gd name="csY1" fmla="*/ 997744 h 1002507"/>
              <a:gd name="csX2" fmla="*/ 633413 w 802482"/>
              <a:gd name="csY2" fmla="*/ 952500 h 1002507"/>
              <a:gd name="csX3" fmla="*/ 633413 w 802482"/>
              <a:gd name="csY3" fmla="*/ 840582 h 1002507"/>
              <a:gd name="csX4" fmla="*/ 485775 w 802482"/>
              <a:gd name="csY4" fmla="*/ 750094 h 1002507"/>
              <a:gd name="csX5" fmla="*/ 573882 w 802482"/>
              <a:gd name="csY5" fmla="*/ 707232 h 1002507"/>
              <a:gd name="csX6" fmla="*/ 650082 w 802482"/>
              <a:gd name="csY6" fmla="*/ 652463 h 1002507"/>
              <a:gd name="csX7" fmla="*/ 716757 w 802482"/>
              <a:gd name="csY7" fmla="*/ 578644 h 1002507"/>
              <a:gd name="csX8" fmla="*/ 776288 w 802482"/>
              <a:gd name="csY8" fmla="*/ 490538 h 1002507"/>
              <a:gd name="csX9" fmla="*/ 802482 w 802482"/>
              <a:gd name="csY9" fmla="*/ 383382 h 1002507"/>
              <a:gd name="csX10" fmla="*/ 802482 w 802482"/>
              <a:gd name="csY10" fmla="*/ 259557 h 1002507"/>
              <a:gd name="csX11" fmla="*/ 762000 w 802482"/>
              <a:gd name="csY11" fmla="*/ 145257 h 1002507"/>
              <a:gd name="csX12" fmla="*/ 685800 w 802482"/>
              <a:gd name="csY12" fmla="*/ 76200 h 1002507"/>
              <a:gd name="csX13" fmla="*/ 600075 w 802482"/>
              <a:gd name="csY13" fmla="*/ 28575 h 1002507"/>
              <a:gd name="csX14" fmla="*/ 495300 w 802482"/>
              <a:gd name="csY14" fmla="*/ 2382 h 1002507"/>
              <a:gd name="csX15" fmla="*/ 338138 w 802482"/>
              <a:gd name="csY15" fmla="*/ 0 h 1002507"/>
              <a:gd name="csX16" fmla="*/ 245269 w 802482"/>
              <a:gd name="csY16" fmla="*/ 7144 h 1002507"/>
              <a:gd name="csX17" fmla="*/ 135732 w 802482"/>
              <a:gd name="csY17" fmla="*/ 30957 h 1002507"/>
              <a:gd name="csX18" fmla="*/ 57150 w 802482"/>
              <a:gd name="csY18" fmla="*/ 71438 h 1002507"/>
              <a:gd name="csX19" fmla="*/ 7144 w 802482"/>
              <a:gd name="csY19" fmla="*/ 123825 h 1002507"/>
              <a:gd name="csX20" fmla="*/ 0 w 802482"/>
              <a:gd name="csY20" fmla="*/ 173832 h 1002507"/>
              <a:gd name="csX21" fmla="*/ 14288 w 802482"/>
              <a:gd name="csY21" fmla="*/ 216694 h 1002507"/>
              <a:gd name="csX22" fmla="*/ 2382 w 802482"/>
              <a:gd name="csY22" fmla="*/ 276225 h 1002507"/>
              <a:gd name="csX23" fmla="*/ 64294 w 802482"/>
              <a:gd name="csY23" fmla="*/ 307182 h 1002507"/>
              <a:gd name="csX24" fmla="*/ 147638 w 802482"/>
              <a:gd name="csY24" fmla="*/ 321469 h 1002507"/>
              <a:gd name="csX25" fmla="*/ 230982 w 802482"/>
              <a:gd name="csY25" fmla="*/ 323850 h 1002507"/>
              <a:gd name="csX26" fmla="*/ 297657 w 802482"/>
              <a:gd name="csY26" fmla="*/ 314325 h 1002507"/>
              <a:gd name="csX27" fmla="*/ 366713 w 802482"/>
              <a:gd name="csY27" fmla="*/ 321469 h 1002507"/>
              <a:gd name="csX28" fmla="*/ 397669 w 802482"/>
              <a:gd name="csY28" fmla="*/ 326232 h 1002507"/>
              <a:gd name="csX29" fmla="*/ 428625 w 802482"/>
              <a:gd name="csY29" fmla="*/ 350044 h 1002507"/>
              <a:gd name="csX30" fmla="*/ 433388 w 802482"/>
              <a:gd name="csY30" fmla="*/ 400050 h 1002507"/>
              <a:gd name="csX31" fmla="*/ 407194 w 802482"/>
              <a:gd name="csY31" fmla="*/ 469107 h 1002507"/>
              <a:gd name="csX32" fmla="*/ 323850 w 802482"/>
              <a:gd name="csY32" fmla="*/ 557213 h 1002507"/>
              <a:gd name="csX33" fmla="*/ 95250 w 802482"/>
              <a:gd name="csY33" fmla="*/ 781050 h 1002507"/>
              <a:gd name="csX34" fmla="*/ 57150 w 802482"/>
              <a:gd name="csY34" fmla="*/ 857250 h 1002507"/>
              <a:gd name="csX35" fmla="*/ 59532 w 802482"/>
              <a:gd name="csY35" fmla="*/ 904875 h 1002507"/>
              <a:gd name="csX36" fmla="*/ 102394 w 802482"/>
              <a:gd name="csY36" fmla="*/ 954882 h 1002507"/>
              <a:gd name="csX37" fmla="*/ 200025 w 802482"/>
              <a:gd name="csY37" fmla="*/ 1002507 h 1002507"/>
              <a:gd name="csX0" fmla="*/ 200025 w 802482"/>
              <a:gd name="csY0" fmla="*/ 1002507 h 1002507"/>
              <a:gd name="csX1" fmla="*/ 526257 w 802482"/>
              <a:gd name="csY1" fmla="*/ 997744 h 1002507"/>
              <a:gd name="csX2" fmla="*/ 633413 w 802482"/>
              <a:gd name="csY2" fmla="*/ 952500 h 1002507"/>
              <a:gd name="csX3" fmla="*/ 633413 w 802482"/>
              <a:gd name="csY3" fmla="*/ 840582 h 1002507"/>
              <a:gd name="csX4" fmla="*/ 485775 w 802482"/>
              <a:gd name="csY4" fmla="*/ 750094 h 1002507"/>
              <a:gd name="csX5" fmla="*/ 573882 w 802482"/>
              <a:gd name="csY5" fmla="*/ 707232 h 1002507"/>
              <a:gd name="csX6" fmla="*/ 650082 w 802482"/>
              <a:gd name="csY6" fmla="*/ 652463 h 1002507"/>
              <a:gd name="csX7" fmla="*/ 716757 w 802482"/>
              <a:gd name="csY7" fmla="*/ 578644 h 1002507"/>
              <a:gd name="csX8" fmla="*/ 776288 w 802482"/>
              <a:gd name="csY8" fmla="*/ 490538 h 1002507"/>
              <a:gd name="csX9" fmla="*/ 802482 w 802482"/>
              <a:gd name="csY9" fmla="*/ 383382 h 1002507"/>
              <a:gd name="csX10" fmla="*/ 802482 w 802482"/>
              <a:gd name="csY10" fmla="*/ 259557 h 1002507"/>
              <a:gd name="csX11" fmla="*/ 762000 w 802482"/>
              <a:gd name="csY11" fmla="*/ 145257 h 1002507"/>
              <a:gd name="csX12" fmla="*/ 685800 w 802482"/>
              <a:gd name="csY12" fmla="*/ 76200 h 1002507"/>
              <a:gd name="csX13" fmla="*/ 600075 w 802482"/>
              <a:gd name="csY13" fmla="*/ 28575 h 1002507"/>
              <a:gd name="csX14" fmla="*/ 495300 w 802482"/>
              <a:gd name="csY14" fmla="*/ 2382 h 1002507"/>
              <a:gd name="csX15" fmla="*/ 338138 w 802482"/>
              <a:gd name="csY15" fmla="*/ 0 h 1002507"/>
              <a:gd name="csX16" fmla="*/ 245269 w 802482"/>
              <a:gd name="csY16" fmla="*/ 7144 h 1002507"/>
              <a:gd name="csX17" fmla="*/ 135732 w 802482"/>
              <a:gd name="csY17" fmla="*/ 30957 h 1002507"/>
              <a:gd name="csX18" fmla="*/ 57150 w 802482"/>
              <a:gd name="csY18" fmla="*/ 71438 h 1002507"/>
              <a:gd name="csX19" fmla="*/ 7144 w 802482"/>
              <a:gd name="csY19" fmla="*/ 123825 h 1002507"/>
              <a:gd name="csX20" fmla="*/ 0 w 802482"/>
              <a:gd name="csY20" fmla="*/ 173832 h 1002507"/>
              <a:gd name="csX21" fmla="*/ 14288 w 802482"/>
              <a:gd name="csY21" fmla="*/ 216694 h 1002507"/>
              <a:gd name="csX22" fmla="*/ 2382 w 802482"/>
              <a:gd name="csY22" fmla="*/ 276225 h 1002507"/>
              <a:gd name="csX23" fmla="*/ 64294 w 802482"/>
              <a:gd name="csY23" fmla="*/ 307182 h 1002507"/>
              <a:gd name="csX24" fmla="*/ 147638 w 802482"/>
              <a:gd name="csY24" fmla="*/ 321469 h 1002507"/>
              <a:gd name="csX25" fmla="*/ 230982 w 802482"/>
              <a:gd name="csY25" fmla="*/ 323850 h 1002507"/>
              <a:gd name="csX26" fmla="*/ 350044 w 802482"/>
              <a:gd name="csY26" fmla="*/ 369094 h 1002507"/>
              <a:gd name="csX27" fmla="*/ 366713 w 802482"/>
              <a:gd name="csY27" fmla="*/ 321469 h 1002507"/>
              <a:gd name="csX28" fmla="*/ 397669 w 802482"/>
              <a:gd name="csY28" fmla="*/ 326232 h 1002507"/>
              <a:gd name="csX29" fmla="*/ 428625 w 802482"/>
              <a:gd name="csY29" fmla="*/ 350044 h 1002507"/>
              <a:gd name="csX30" fmla="*/ 433388 w 802482"/>
              <a:gd name="csY30" fmla="*/ 400050 h 1002507"/>
              <a:gd name="csX31" fmla="*/ 407194 w 802482"/>
              <a:gd name="csY31" fmla="*/ 469107 h 1002507"/>
              <a:gd name="csX32" fmla="*/ 323850 w 802482"/>
              <a:gd name="csY32" fmla="*/ 557213 h 1002507"/>
              <a:gd name="csX33" fmla="*/ 95250 w 802482"/>
              <a:gd name="csY33" fmla="*/ 781050 h 1002507"/>
              <a:gd name="csX34" fmla="*/ 57150 w 802482"/>
              <a:gd name="csY34" fmla="*/ 857250 h 1002507"/>
              <a:gd name="csX35" fmla="*/ 59532 w 802482"/>
              <a:gd name="csY35" fmla="*/ 904875 h 1002507"/>
              <a:gd name="csX36" fmla="*/ 102394 w 802482"/>
              <a:gd name="csY36" fmla="*/ 954882 h 1002507"/>
              <a:gd name="csX37" fmla="*/ 200025 w 802482"/>
              <a:gd name="csY37" fmla="*/ 1002507 h 1002507"/>
              <a:gd name="csX0" fmla="*/ 200025 w 802482"/>
              <a:gd name="csY0" fmla="*/ 1002507 h 1002507"/>
              <a:gd name="csX1" fmla="*/ 526257 w 802482"/>
              <a:gd name="csY1" fmla="*/ 997744 h 1002507"/>
              <a:gd name="csX2" fmla="*/ 633413 w 802482"/>
              <a:gd name="csY2" fmla="*/ 952500 h 1002507"/>
              <a:gd name="csX3" fmla="*/ 633413 w 802482"/>
              <a:gd name="csY3" fmla="*/ 840582 h 1002507"/>
              <a:gd name="csX4" fmla="*/ 485775 w 802482"/>
              <a:gd name="csY4" fmla="*/ 750094 h 1002507"/>
              <a:gd name="csX5" fmla="*/ 573882 w 802482"/>
              <a:gd name="csY5" fmla="*/ 707232 h 1002507"/>
              <a:gd name="csX6" fmla="*/ 650082 w 802482"/>
              <a:gd name="csY6" fmla="*/ 652463 h 1002507"/>
              <a:gd name="csX7" fmla="*/ 716757 w 802482"/>
              <a:gd name="csY7" fmla="*/ 578644 h 1002507"/>
              <a:gd name="csX8" fmla="*/ 776288 w 802482"/>
              <a:gd name="csY8" fmla="*/ 490538 h 1002507"/>
              <a:gd name="csX9" fmla="*/ 802482 w 802482"/>
              <a:gd name="csY9" fmla="*/ 383382 h 1002507"/>
              <a:gd name="csX10" fmla="*/ 802482 w 802482"/>
              <a:gd name="csY10" fmla="*/ 259557 h 1002507"/>
              <a:gd name="csX11" fmla="*/ 762000 w 802482"/>
              <a:gd name="csY11" fmla="*/ 145257 h 1002507"/>
              <a:gd name="csX12" fmla="*/ 685800 w 802482"/>
              <a:gd name="csY12" fmla="*/ 76200 h 1002507"/>
              <a:gd name="csX13" fmla="*/ 600075 w 802482"/>
              <a:gd name="csY13" fmla="*/ 28575 h 1002507"/>
              <a:gd name="csX14" fmla="*/ 495300 w 802482"/>
              <a:gd name="csY14" fmla="*/ 2382 h 1002507"/>
              <a:gd name="csX15" fmla="*/ 338138 w 802482"/>
              <a:gd name="csY15" fmla="*/ 0 h 1002507"/>
              <a:gd name="csX16" fmla="*/ 245269 w 802482"/>
              <a:gd name="csY16" fmla="*/ 7144 h 1002507"/>
              <a:gd name="csX17" fmla="*/ 135732 w 802482"/>
              <a:gd name="csY17" fmla="*/ 30957 h 1002507"/>
              <a:gd name="csX18" fmla="*/ 57150 w 802482"/>
              <a:gd name="csY18" fmla="*/ 71438 h 1002507"/>
              <a:gd name="csX19" fmla="*/ 7144 w 802482"/>
              <a:gd name="csY19" fmla="*/ 123825 h 1002507"/>
              <a:gd name="csX20" fmla="*/ 0 w 802482"/>
              <a:gd name="csY20" fmla="*/ 173832 h 1002507"/>
              <a:gd name="csX21" fmla="*/ 14288 w 802482"/>
              <a:gd name="csY21" fmla="*/ 216694 h 1002507"/>
              <a:gd name="csX22" fmla="*/ 2382 w 802482"/>
              <a:gd name="csY22" fmla="*/ 276225 h 1002507"/>
              <a:gd name="csX23" fmla="*/ 64294 w 802482"/>
              <a:gd name="csY23" fmla="*/ 307182 h 1002507"/>
              <a:gd name="csX24" fmla="*/ 147638 w 802482"/>
              <a:gd name="csY24" fmla="*/ 321469 h 1002507"/>
              <a:gd name="csX25" fmla="*/ 238126 w 802482"/>
              <a:gd name="csY25" fmla="*/ 388144 h 1002507"/>
              <a:gd name="csX26" fmla="*/ 350044 w 802482"/>
              <a:gd name="csY26" fmla="*/ 369094 h 1002507"/>
              <a:gd name="csX27" fmla="*/ 366713 w 802482"/>
              <a:gd name="csY27" fmla="*/ 321469 h 1002507"/>
              <a:gd name="csX28" fmla="*/ 397669 w 802482"/>
              <a:gd name="csY28" fmla="*/ 326232 h 1002507"/>
              <a:gd name="csX29" fmla="*/ 428625 w 802482"/>
              <a:gd name="csY29" fmla="*/ 350044 h 1002507"/>
              <a:gd name="csX30" fmla="*/ 433388 w 802482"/>
              <a:gd name="csY30" fmla="*/ 400050 h 1002507"/>
              <a:gd name="csX31" fmla="*/ 407194 w 802482"/>
              <a:gd name="csY31" fmla="*/ 469107 h 1002507"/>
              <a:gd name="csX32" fmla="*/ 323850 w 802482"/>
              <a:gd name="csY32" fmla="*/ 557213 h 1002507"/>
              <a:gd name="csX33" fmla="*/ 95250 w 802482"/>
              <a:gd name="csY33" fmla="*/ 781050 h 1002507"/>
              <a:gd name="csX34" fmla="*/ 57150 w 802482"/>
              <a:gd name="csY34" fmla="*/ 857250 h 1002507"/>
              <a:gd name="csX35" fmla="*/ 59532 w 802482"/>
              <a:gd name="csY35" fmla="*/ 904875 h 1002507"/>
              <a:gd name="csX36" fmla="*/ 102394 w 802482"/>
              <a:gd name="csY36" fmla="*/ 954882 h 1002507"/>
              <a:gd name="csX37" fmla="*/ 200025 w 802482"/>
              <a:gd name="csY37" fmla="*/ 1002507 h 1002507"/>
              <a:gd name="csX0" fmla="*/ 200025 w 802482"/>
              <a:gd name="csY0" fmla="*/ 1002507 h 1002507"/>
              <a:gd name="csX1" fmla="*/ 526257 w 802482"/>
              <a:gd name="csY1" fmla="*/ 997744 h 1002507"/>
              <a:gd name="csX2" fmla="*/ 633413 w 802482"/>
              <a:gd name="csY2" fmla="*/ 952500 h 1002507"/>
              <a:gd name="csX3" fmla="*/ 633413 w 802482"/>
              <a:gd name="csY3" fmla="*/ 840582 h 1002507"/>
              <a:gd name="csX4" fmla="*/ 485775 w 802482"/>
              <a:gd name="csY4" fmla="*/ 750094 h 1002507"/>
              <a:gd name="csX5" fmla="*/ 573882 w 802482"/>
              <a:gd name="csY5" fmla="*/ 707232 h 1002507"/>
              <a:gd name="csX6" fmla="*/ 650082 w 802482"/>
              <a:gd name="csY6" fmla="*/ 652463 h 1002507"/>
              <a:gd name="csX7" fmla="*/ 716757 w 802482"/>
              <a:gd name="csY7" fmla="*/ 578644 h 1002507"/>
              <a:gd name="csX8" fmla="*/ 776288 w 802482"/>
              <a:gd name="csY8" fmla="*/ 490538 h 1002507"/>
              <a:gd name="csX9" fmla="*/ 802482 w 802482"/>
              <a:gd name="csY9" fmla="*/ 383382 h 1002507"/>
              <a:gd name="csX10" fmla="*/ 802482 w 802482"/>
              <a:gd name="csY10" fmla="*/ 259557 h 1002507"/>
              <a:gd name="csX11" fmla="*/ 762000 w 802482"/>
              <a:gd name="csY11" fmla="*/ 145257 h 1002507"/>
              <a:gd name="csX12" fmla="*/ 685800 w 802482"/>
              <a:gd name="csY12" fmla="*/ 76200 h 1002507"/>
              <a:gd name="csX13" fmla="*/ 600075 w 802482"/>
              <a:gd name="csY13" fmla="*/ 28575 h 1002507"/>
              <a:gd name="csX14" fmla="*/ 495300 w 802482"/>
              <a:gd name="csY14" fmla="*/ 2382 h 1002507"/>
              <a:gd name="csX15" fmla="*/ 338138 w 802482"/>
              <a:gd name="csY15" fmla="*/ 0 h 1002507"/>
              <a:gd name="csX16" fmla="*/ 245269 w 802482"/>
              <a:gd name="csY16" fmla="*/ 7144 h 1002507"/>
              <a:gd name="csX17" fmla="*/ 135732 w 802482"/>
              <a:gd name="csY17" fmla="*/ 30957 h 1002507"/>
              <a:gd name="csX18" fmla="*/ 57150 w 802482"/>
              <a:gd name="csY18" fmla="*/ 71438 h 1002507"/>
              <a:gd name="csX19" fmla="*/ 7144 w 802482"/>
              <a:gd name="csY19" fmla="*/ 123825 h 1002507"/>
              <a:gd name="csX20" fmla="*/ 0 w 802482"/>
              <a:gd name="csY20" fmla="*/ 173832 h 1002507"/>
              <a:gd name="csX21" fmla="*/ 14288 w 802482"/>
              <a:gd name="csY21" fmla="*/ 216694 h 1002507"/>
              <a:gd name="csX22" fmla="*/ 2382 w 802482"/>
              <a:gd name="csY22" fmla="*/ 276225 h 1002507"/>
              <a:gd name="csX23" fmla="*/ 64294 w 802482"/>
              <a:gd name="csY23" fmla="*/ 307182 h 1002507"/>
              <a:gd name="csX24" fmla="*/ 114300 w 802482"/>
              <a:gd name="csY24" fmla="*/ 383381 h 1002507"/>
              <a:gd name="csX25" fmla="*/ 238126 w 802482"/>
              <a:gd name="csY25" fmla="*/ 388144 h 1002507"/>
              <a:gd name="csX26" fmla="*/ 350044 w 802482"/>
              <a:gd name="csY26" fmla="*/ 369094 h 1002507"/>
              <a:gd name="csX27" fmla="*/ 366713 w 802482"/>
              <a:gd name="csY27" fmla="*/ 321469 h 1002507"/>
              <a:gd name="csX28" fmla="*/ 397669 w 802482"/>
              <a:gd name="csY28" fmla="*/ 326232 h 1002507"/>
              <a:gd name="csX29" fmla="*/ 428625 w 802482"/>
              <a:gd name="csY29" fmla="*/ 350044 h 1002507"/>
              <a:gd name="csX30" fmla="*/ 433388 w 802482"/>
              <a:gd name="csY30" fmla="*/ 400050 h 1002507"/>
              <a:gd name="csX31" fmla="*/ 407194 w 802482"/>
              <a:gd name="csY31" fmla="*/ 469107 h 1002507"/>
              <a:gd name="csX32" fmla="*/ 323850 w 802482"/>
              <a:gd name="csY32" fmla="*/ 557213 h 1002507"/>
              <a:gd name="csX33" fmla="*/ 95250 w 802482"/>
              <a:gd name="csY33" fmla="*/ 781050 h 1002507"/>
              <a:gd name="csX34" fmla="*/ 57150 w 802482"/>
              <a:gd name="csY34" fmla="*/ 857250 h 1002507"/>
              <a:gd name="csX35" fmla="*/ 59532 w 802482"/>
              <a:gd name="csY35" fmla="*/ 904875 h 1002507"/>
              <a:gd name="csX36" fmla="*/ 102394 w 802482"/>
              <a:gd name="csY36" fmla="*/ 954882 h 1002507"/>
              <a:gd name="csX37" fmla="*/ 200025 w 802482"/>
              <a:gd name="csY37" fmla="*/ 1002507 h 1002507"/>
              <a:gd name="csX0" fmla="*/ 202406 w 804863"/>
              <a:gd name="csY0" fmla="*/ 1002507 h 1002507"/>
              <a:gd name="csX1" fmla="*/ 528638 w 804863"/>
              <a:gd name="csY1" fmla="*/ 997744 h 1002507"/>
              <a:gd name="csX2" fmla="*/ 635794 w 804863"/>
              <a:gd name="csY2" fmla="*/ 952500 h 1002507"/>
              <a:gd name="csX3" fmla="*/ 635794 w 804863"/>
              <a:gd name="csY3" fmla="*/ 840582 h 1002507"/>
              <a:gd name="csX4" fmla="*/ 488156 w 804863"/>
              <a:gd name="csY4" fmla="*/ 750094 h 1002507"/>
              <a:gd name="csX5" fmla="*/ 576263 w 804863"/>
              <a:gd name="csY5" fmla="*/ 707232 h 1002507"/>
              <a:gd name="csX6" fmla="*/ 652463 w 804863"/>
              <a:gd name="csY6" fmla="*/ 652463 h 1002507"/>
              <a:gd name="csX7" fmla="*/ 719138 w 804863"/>
              <a:gd name="csY7" fmla="*/ 578644 h 1002507"/>
              <a:gd name="csX8" fmla="*/ 778669 w 804863"/>
              <a:gd name="csY8" fmla="*/ 490538 h 1002507"/>
              <a:gd name="csX9" fmla="*/ 804863 w 804863"/>
              <a:gd name="csY9" fmla="*/ 383382 h 1002507"/>
              <a:gd name="csX10" fmla="*/ 804863 w 804863"/>
              <a:gd name="csY10" fmla="*/ 259557 h 1002507"/>
              <a:gd name="csX11" fmla="*/ 764381 w 804863"/>
              <a:gd name="csY11" fmla="*/ 145257 h 1002507"/>
              <a:gd name="csX12" fmla="*/ 688181 w 804863"/>
              <a:gd name="csY12" fmla="*/ 76200 h 1002507"/>
              <a:gd name="csX13" fmla="*/ 602456 w 804863"/>
              <a:gd name="csY13" fmla="*/ 28575 h 1002507"/>
              <a:gd name="csX14" fmla="*/ 497681 w 804863"/>
              <a:gd name="csY14" fmla="*/ 2382 h 1002507"/>
              <a:gd name="csX15" fmla="*/ 340519 w 804863"/>
              <a:gd name="csY15" fmla="*/ 0 h 1002507"/>
              <a:gd name="csX16" fmla="*/ 247650 w 804863"/>
              <a:gd name="csY16" fmla="*/ 7144 h 1002507"/>
              <a:gd name="csX17" fmla="*/ 138113 w 804863"/>
              <a:gd name="csY17" fmla="*/ 30957 h 1002507"/>
              <a:gd name="csX18" fmla="*/ 59531 w 804863"/>
              <a:gd name="csY18" fmla="*/ 71438 h 1002507"/>
              <a:gd name="csX19" fmla="*/ 9525 w 804863"/>
              <a:gd name="csY19" fmla="*/ 123825 h 1002507"/>
              <a:gd name="csX20" fmla="*/ 2381 w 804863"/>
              <a:gd name="csY20" fmla="*/ 173832 h 1002507"/>
              <a:gd name="csX21" fmla="*/ 16669 w 804863"/>
              <a:gd name="csY21" fmla="*/ 216694 h 1002507"/>
              <a:gd name="csX22" fmla="*/ 4763 w 804863"/>
              <a:gd name="csY22" fmla="*/ 276225 h 1002507"/>
              <a:gd name="csX23" fmla="*/ 0 w 804863"/>
              <a:gd name="csY23" fmla="*/ 354807 h 1002507"/>
              <a:gd name="csX24" fmla="*/ 116681 w 804863"/>
              <a:gd name="csY24" fmla="*/ 383381 h 1002507"/>
              <a:gd name="csX25" fmla="*/ 240507 w 804863"/>
              <a:gd name="csY25" fmla="*/ 388144 h 1002507"/>
              <a:gd name="csX26" fmla="*/ 352425 w 804863"/>
              <a:gd name="csY26" fmla="*/ 369094 h 1002507"/>
              <a:gd name="csX27" fmla="*/ 369094 w 804863"/>
              <a:gd name="csY27" fmla="*/ 321469 h 1002507"/>
              <a:gd name="csX28" fmla="*/ 400050 w 804863"/>
              <a:gd name="csY28" fmla="*/ 326232 h 1002507"/>
              <a:gd name="csX29" fmla="*/ 431006 w 804863"/>
              <a:gd name="csY29" fmla="*/ 350044 h 1002507"/>
              <a:gd name="csX30" fmla="*/ 435769 w 804863"/>
              <a:gd name="csY30" fmla="*/ 400050 h 1002507"/>
              <a:gd name="csX31" fmla="*/ 409575 w 804863"/>
              <a:gd name="csY31" fmla="*/ 469107 h 1002507"/>
              <a:gd name="csX32" fmla="*/ 326231 w 804863"/>
              <a:gd name="csY32" fmla="*/ 557213 h 1002507"/>
              <a:gd name="csX33" fmla="*/ 97631 w 804863"/>
              <a:gd name="csY33" fmla="*/ 781050 h 1002507"/>
              <a:gd name="csX34" fmla="*/ 59531 w 804863"/>
              <a:gd name="csY34" fmla="*/ 857250 h 1002507"/>
              <a:gd name="csX35" fmla="*/ 61913 w 804863"/>
              <a:gd name="csY35" fmla="*/ 904875 h 1002507"/>
              <a:gd name="csX36" fmla="*/ 104775 w 804863"/>
              <a:gd name="csY36" fmla="*/ 954882 h 1002507"/>
              <a:gd name="csX37" fmla="*/ 202406 w 804863"/>
              <a:gd name="csY37" fmla="*/ 1002507 h 1002507"/>
              <a:gd name="csX0" fmla="*/ 266699 w 869156"/>
              <a:gd name="csY0" fmla="*/ 1002507 h 1002507"/>
              <a:gd name="csX1" fmla="*/ 592931 w 869156"/>
              <a:gd name="csY1" fmla="*/ 997744 h 1002507"/>
              <a:gd name="csX2" fmla="*/ 700087 w 869156"/>
              <a:gd name="csY2" fmla="*/ 952500 h 1002507"/>
              <a:gd name="csX3" fmla="*/ 700087 w 869156"/>
              <a:gd name="csY3" fmla="*/ 840582 h 1002507"/>
              <a:gd name="csX4" fmla="*/ 552449 w 869156"/>
              <a:gd name="csY4" fmla="*/ 750094 h 1002507"/>
              <a:gd name="csX5" fmla="*/ 640556 w 869156"/>
              <a:gd name="csY5" fmla="*/ 707232 h 1002507"/>
              <a:gd name="csX6" fmla="*/ 716756 w 869156"/>
              <a:gd name="csY6" fmla="*/ 652463 h 1002507"/>
              <a:gd name="csX7" fmla="*/ 783431 w 869156"/>
              <a:gd name="csY7" fmla="*/ 578644 h 1002507"/>
              <a:gd name="csX8" fmla="*/ 842962 w 869156"/>
              <a:gd name="csY8" fmla="*/ 490538 h 1002507"/>
              <a:gd name="csX9" fmla="*/ 869156 w 869156"/>
              <a:gd name="csY9" fmla="*/ 383382 h 1002507"/>
              <a:gd name="csX10" fmla="*/ 869156 w 869156"/>
              <a:gd name="csY10" fmla="*/ 259557 h 1002507"/>
              <a:gd name="csX11" fmla="*/ 828674 w 869156"/>
              <a:gd name="csY11" fmla="*/ 145257 h 1002507"/>
              <a:gd name="csX12" fmla="*/ 752474 w 869156"/>
              <a:gd name="csY12" fmla="*/ 76200 h 1002507"/>
              <a:gd name="csX13" fmla="*/ 666749 w 869156"/>
              <a:gd name="csY13" fmla="*/ 28575 h 1002507"/>
              <a:gd name="csX14" fmla="*/ 561974 w 869156"/>
              <a:gd name="csY14" fmla="*/ 2382 h 1002507"/>
              <a:gd name="csX15" fmla="*/ 404812 w 869156"/>
              <a:gd name="csY15" fmla="*/ 0 h 1002507"/>
              <a:gd name="csX16" fmla="*/ 311943 w 869156"/>
              <a:gd name="csY16" fmla="*/ 7144 h 1002507"/>
              <a:gd name="csX17" fmla="*/ 202406 w 869156"/>
              <a:gd name="csY17" fmla="*/ 30957 h 1002507"/>
              <a:gd name="csX18" fmla="*/ 123824 w 869156"/>
              <a:gd name="csY18" fmla="*/ 71438 h 1002507"/>
              <a:gd name="csX19" fmla="*/ 73818 w 869156"/>
              <a:gd name="csY19" fmla="*/ 123825 h 1002507"/>
              <a:gd name="csX20" fmla="*/ 66674 w 869156"/>
              <a:gd name="csY20" fmla="*/ 173832 h 1002507"/>
              <a:gd name="csX21" fmla="*/ 80962 w 869156"/>
              <a:gd name="csY21" fmla="*/ 216694 h 1002507"/>
              <a:gd name="csX22" fmla="*/ 0 w 869156"/>
              <a:gd name="csY22" fmla="*/ 283368 h 1002507"/>
              <a:gd name="csX23" fmla="*/ 64293 w 869156"/>
              <a:gd name="csY23" fmla="*/ 354807 h 1002507"/>
              <a:gd name="csX24" fmla="*/ 180974 w 869156"/>
              <a:gd name="csY24" fmla="*/ 383381 h 1002507"/>
              <a:gd name="csX25" fmla="*/ 304800 w 869156"/>
              <a:gd name="csY25" fmla="*/ 388144 h 1002507"/>
              <a:gd name="csX26" fmla="*/ 416718 w 869156"/>
              <a:gd name="csY26" fmla="*/ 369094 h 1002507"/>
              <a:gd name="csX27" fmla="*/ 433387 w 869156"/>
              <a:gd name="csY27" fmla="*/ 321469 h 1002507"/>
              <a:gd name="csX28" fmla="*/ 464343 w 869156"/>
              <a:gd name="csY28" fmla="*/ 326232 h 1002507"/>
              <a:gd name="csX29" fmla="*/ 495299 w 869156"/>
              <a:gd name="csY29" fmla="*/ 350044 h 1002507"/>
              <a:gd name="csX30" fmla="*/ 500062 w 869156"/>
              <a:gd name="csY30" fmla="*/ 400050 h 1002507"/>
              <a:gd name="csX31" fmla="*/ 473868 w 869156"/>
              <a:gd name="csY31" fmla="*/ 469107 h 1002507"/>
              <a:gd name="csX32" fmla="*/ 390524 w 869156"/>
              <a:gd name="csY32" fmla="*/ 557213 h 1002507"/>
              <a:gd name="csX33" fmla="*/ 161924 w 869156"/>
              <a:gd name="csY33" fmla="*/ 781050 h 1002507"/>
              <a:gd name="csX34" fmla="*/ 123824 w 869156"/>
              <a:gd name="csY34" fmla="*/ 857250 h 1002507"/>
              <a:gd name="csX35" fmla="*/ 126206 w 869156"/>
              <a:gd name="csY35" fmla="*/ 904875 h 1002507"/>
              <a:gd name="csX36" fmla="*/ 169068 w 869156"/>
              <a:gd name="csY36" fmla="*/ 954882 h 1002507"/>
              <a:gd name="csX37" fmla="*/ 266699 w 869156"/>
              <a:gd name="csY37" fmla="*/ 1002507 h 1002507"/>
              <a:gd name="csX0" fmla="*/ 266699 w 869156"/>
              <a:gd name="csY0" fmla="*/ 1002507 h 1002507"/>
              <a:gd name="csX1" fmla="*/ 592931 w 869156"/>
              <a:gd name="csY1" fmla="*/ 997744 h 1002507"/>
              <a:gd name="csX2" fmla="*/ 700087 w 869156"/>
              <a:gd name="csY2" fmla="*/ 952500 h 1002507"/>
              <a:gd name="csX3" fmla="*/ 700087 w 869156"/>
              <a:gd name="csY3" fmla="*/ 840582 h 1002507"/>
              <a:gd name="csX4" fmla="*/ 552449 w 869156"/>
              <a:gd name="csY4" fmla="*/ 750094 h 1002507"/>
              <a:gd name="csX5" fmla="*/ 640556 w 869156"/>
              <a:gd name="csY5" fmla="*/ 707232 h 1002507"/>
              <a:gd name="csX6" fmla="*/ 716756 w 869156"/>
              <a:gd name="csY6" fmla="*/ 652463 h 1002507"/>
              <a:gd name="csX7" fmla="*/ 783431 w 869156"/>
              <a:gd name="csY7" fmla="*/ 578644 h 1002507"/>
              <a:gd name="csX8" fmla="*/ 842962 w 869156"/>
              <a:gd name="csY8" fmla="*/ 490538 h 1002507"/>
              <a:gd name="csX9" fmla="*/ 869156 w 869156"/>
              <a:gd name="csY9" fmla="*/ 383382 h 1002507"/>
              <a:gd name="csX10" fmla="*/ 869156 w 869156"/>
              <a:gd name="csY10" fmla="*/ 259557 h 1002507"/>
              <a:gd name="csX11" fmla="*/ 828674 w 869156"/>
              <a:gd name="csY11" fmla="*/ 145257 h 1002507"/>
              <a:gd name="csX12" fmla="*/ 752474 w 869156"/>
              <a:gd name="csY12" fmla="*/ 76200 h 1002507"/>
              <a:gd name="csX13" fmla="*/ 666749 w 869156"/>
              <a:gd name="csY13" fmla="*/ 28575 h 1002507"/>
              <a:gd name="csX14" fmla="*/ 561974 w 869156"/>
              <a:gd name="csY14" fmla="*/ 2382 h 1002507"/>
              <a:gd name="csX15" fmla="*/ 404812 w 869156"/>
              <a:gd name="csY15" fmla="*/ 0 h 1002507"/>
              <a:gd name="csX16" fmla="*/ 311943 w 869156"/>
              <a:gd name="csY16" fmla="*/ 7144 h 1002507"/>
              <a:gd name="csX17" fmla="*/ 202406 w 869156"/>
              <a:gd name="csY17" fmla="*/ 30957 h 1002507"/>
              <a:gd name="csX18" fmla="*/ 123824 w 869156"/>
              <a:gd name="csY18" fmla="*/ 71438 h 1002507"/>
              <a:gd name="csX19" fmla="*/ 73818 w 869156"/>
              <a:gd name="csY19" fmla="*/ 123825 h 1002507"/>
              <a:gd name="csX20" fmla="*/ 66674 w 869156"/>
              <a:gd name="csY20" fmla="*/ 173832 h 1002507"/>
              <a:gd name="csX21" fmla="*/ 14287 w 869156"/>
              <a:gd name="csY21" fmla="*/ 235744 h 1002507"/>
              <a:gd name="csX22" fmla="*/ 0 w 869156"/>
              <a:gd name="csY22" fmla="*/ 283368 h 1002507"/>
              <a:gd name="csX23" fmla="*/ 64293 w 869156"/>
              <a:gd name="csY23" fmla="*/ 354807 h 1002507"/>
              <a:gd name="csX24" fmla="*/ 180974 w 869156"/>
              <a:gd name="csY24" fmla="*/ 383381 h 1002507"/>
              <a:gd name="csX25" fmla="*/ 304800 w 869156"/>
              <a:gd name="csY25" fmla="*/ 388144 h 1002507"/>
              <a:gd name="csX26" fmla="*/ 416718 w 869156"/>
              <a:gd name="csY26" fmla="*/ 369094 h 1002507"/>
              <a:gd name="csX27" fmla="*/ 433387 w 869156"/>
              <a:gd name="csY27" fmla="*/ 321469 h 1002507"/>
              <a:gd name="csX28" fmla="*/ 464343 w 869156"/>
              <a:gd name="csY28" fmla="*/ 326232 h 1002507"/>
              <a:gd name="csX29" fmla="*/ 495299 w 869156"/>
              <a:gd name="csY29" fmla="*/ 350044 h 1002507"/>
              <a:gd name="csX30" fmla="*/ 500062 w 869156"/>
              <a:gd name="csY30" fmla="*/ 400050 h 1002507"/>
              <a:gd name="csX31" fmla="*/ 473868 w 869156"/>
              <a:gd name="csY31" fmla="*/ 469107 h 1002507"/>
              <a:gd name="csX32" fmla="*/ 390524 w 869156"/>
              <a:gd name="csY32" fmla="*/ 557213 h 1002507"/>
              <a:gd name="csX33" fmla="*/ 161924 w 869156"/>
              <a:gd name="csY33" fmla="*/ 781050 h 1002507"/>
              <a:gd name="csX34" fmla="*/ 123824 w 869156"/>
              <a:gd name="csY34" fmla="*/ 857250 h 1002507"/>
              <a:gd name="csX35" fmla="*/ 126206 w 869156"/>
              <a:gd name="csY35" fmla="*/ 904875 h 1002507"/>
              <a:gd name="csX36" fmla="*/ 169068 w 869156"/>
              <a:gd name="csY36" fmla="*/ 954882 h 1002507"/>
              <a:gd name="csX37" fmla="*/ 266699 w 869156"/>
              <a:gd name="csY37" fmla="*/ 1002507 h 1002507"/>
              <a:gd name="csX0" fmla="*/ 266699 w 869156"/>
              <a:gd name="csY0" fmla="*/ 1002507 h 1002507"/>
              <a:gd name="csX1" fmla="*/ 592931 w 869156"/>
              <a:gd name="csY1" fmla="*/ 997744 h 1002507"/>
              <a:gd name="csX2" fmla="*/ 700087 w 869156"/>
              <a:gd name="csY2" fmla="*/ 952500 h 1002507"/>
              <a:gd name="csX3" fmla="*/ 700087 w 869156"/>
              <a:gd name="csY3" fmla="*/ 840582 h 1002507"/>
              <a:gd name="csX4" fmla="*/ 552449 w 869156"/>
              <a:gd name="csY4" fmla="*/ 750094 h 1002507"/>
              <a:gd name="csX5" fmla="*/ 640556 w 869156"/>
              <a:gd name="csY5" fmla="*/ 707232 h 1002507"/>
              <a:gd name="csX6" fmla="*/ 716756 w 869156"/>
              <a:gd name="csY6" fmla="*/ 652463 h 1002507"/>
              <a:gd name="csX7" fmla="*/ 783431 w 869156"/>
              <a:gd name="csY7" fmla="*/ 578644 h 1002507"/>
              <a:gd name="csX8" fmla="*/ 842962 w 869156"/>
              <a:gd name="csY8" fmla="*/ 490538 h 1002507"/>
              <a:gd name="csX9" fmla="*/ 869156 w 869156"/>
              <a:gd name="csY9" fmla="*/ 383382 h 1002507"/>
              <a:gd name="csX10" fmla="*/ 869156 w 869156"/>
              <a:gd name="csY10" fmla="*/ 259557 h 1002507"/>
              <a:gd name="csX11" fmla="*/ 828674 w 869156"/>
              <a:gd name="csY11" fmla="*/ 145257 h 1002507"/>
              <a:gd name="csX12" fmla="*/ 752474 w 869156"/>
              <a:gd name="csY12" fmla="*/ 76200 h 1002507"/>
              <a:gd name="csX13" fmla="*/ 666749 w 869156"/>
              <a:gd name="csY13" fmla="*/ 28575 h 1002507"/>
              <a:gd name="csX14" fmla="*/ 561974 w 869156"/>
              <a:gd name="csY14" fmla="*/ 2382 h 1002507"/>
              <a:gd name="csX15" fmla="*/ 404812 w 869156"/>
              <a:gd name="csY15" fmla="*/ 0 h 1002507"/>
              <a:gd name="csX16" fmla="*/ 311943 w 869156"/>
              <a:gd name="csY16" fmla="*/ 7144 h 1002507"/>
              <a:gd name="csX17" fmla="*/ 202406 w 869156"/>
              <a:gd name="csY17" fmla="*/ 30957 h 1002507"/>
              <a:gd name="csX18" fmla="*/ 123824 w 869156"/>
              <a:gd name="csY18" fmla="*/ 71438 h 1002507"/>
              <a:gd name="csX19" fmla="*/ 73818 w 869156"/>
              <a:gd name="csY19" fmla="*/ 123825 h 1002507"/>
              <a:gd name="csX20" fmla="*/ 45243 w 869156"/>
              <a:gd name="csY20" fmla="*/ 169069 h 1002507"/>
              <a:gd name="csX21" fmla="*/ 14287 w 869156"/>
              <a:gd name="csY21" fmla="*/ 235744 h 1002507"/>
              <a:gd name="csX22" fmla="*/ 0 w 869156"/>
              <a:gd name="csY22" fmla="*/ 283368 h 1002507"/>
              <a:gd name="csX23" fmla="*/ 64293 w 869156"/>
              <a:gd name="csY23" fmla="*/ 354807 h 1002507"/>
              <a:gd name="csX24" fmla="*/ 180974 w 869156"/>
              <a:gd name="csY24" fmla="*/ 383381 h 1002507"/>
              <a:gd name="csX25" fmla="*/ 304800 w 869156"/>
              <a:gd name="csY25" fmla="*/ 388144 h 1002507"/>
              <a:gd name="csX26" fmla="*/ 416718 w 869156"/>
              <a:gd name="csY26" fmla="*/ 369094 h 1002507"/>
              <a:gd name="csX27" fmla="*/ 433387 w 869156"/>
              <a:gd name="csY27" fmla="*/ 321469 h 1002507"/>
              <a:gd name="csX28" fmla="*/ 464343 w 869156"/>
              <a:gd name="csY28" fmla="*/ 326232 h 1002507"/>
              <a:gd name="csX29" fmla="*/ 495299 w 869156"/>
              <a:gd name="csY29" fmla="*/ 350044 h 1002507"/>
              <a:gd name="csX30" fmla="*/ 500062 w 869156"/>
              <a:gd name="csY30" fmla="*/ 400050 h 1002507"/>
              <a:gd name="csX31" fmla="*/ 473868 w 869156"/>
              <a:gd name="csY31" fmla="*/ 469107 h 1002507"/>
              <a:gd name="csX32" fmla="*/ 390524 w 869156"/>
              <a:gd name="csY32" fmla="*/ 557213 h 1002507"/>
              <a:gd name="csX33" fmla="*/ 161924 w 869156"/>
              <a:gd name="csY33" fmla="*/ 781050 h 1002507"/>
              <a:gd name="csX34" fmla="*/ 123824 w 869156"/>
              <a:gd name="csY34" fmla="*/ 857250 h 1002507"/>
              <a:gd name="csX35" fmla="*/ 126206 w 869156"/>
              <a:gd name="csY35" fmla="*/ 904875 h 1002507"/>
              <a:gd name="csX36" fmla="*/ 169068 w 869156"/>
              <a:gd name="csY36" fmla="*/ 954882 h 1002507"/>
              <a:gd name="csX37" fmla="*/ 266699 w 869156"/>
              <a:gd name="csY37" fmla="*/ 1002507 h 1002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69156" h="1002507">
                <a:moveTo>
                  <a:pt x="266699" y="1002507"/>
                </a:moveTo>
                <a:lnTo>
                  <a:pt x="592931" y="997744"/>
                </a:lnTo>
                <a:lnTo>
                  <a:pt x="700087" y="952500"/>
                </a:lnTo>
                <a:lnTo>
                  <a:pt x="700087" y="840582"/>
                </a:lnTo>
                <a:lnTo>
                  <a:pt x="552449" y="750094"/>
                </a:lnTo>
                <a:lnTo>
                  <a:pt x="640556" y="707232"/>
                </a:lnTo>
                <a:lnTo>
                  <a:pt x="716756" y="652463"/>
                </a:lnTo>
                <a:lnTo>
                  <a:pt x="783431" y="578644"/>
                </a:lnTo>
                <a:lnTo>
                  <a:pt x="842962" y="490538"/>
                </a:lnTo>
                <a:lnTo>
                  <a:pt x="869156" y="383382"/>
                </a:lnTo>
                <a:lnTo>
                  <a:pt x="869156" y="259557"/>
                </a:lnTo>
                <a:lnTo>
                  <a:pt x="828674" y="145257"/>
                </a:lnTo>
                <a:lnTo>
                  <a:pt x="752474" y="76200"/>
                </a:lnTo>
                <a:lnTo>
                  <a:pt x="666749" y="28575"/>
                </a:lnTo>
                <a:lnTo>
                  <a:pt x="561974" y="2382"/>
                </a:lnTo>
                <a:lnTo>
                  <a:pt x="404812" y="0"/>
                </a:lnTo>
                <a:lnTo>
                  <a:pt x="311943" y="7144"/>
                </a:lnTo>
                <a:lnTo>
                  <a:pt x="202406" y="30957"/>
                </a:lnTo>
                <a:lnTo>
                  <a:pt x="123824" y="71438"/>
                </a:lnTo>
                <a:lnTo>
                  <a:pt x="73818" y="123825"/>
                </a:lnTo>
                <a:lnTo>
                  <a:pt x="45243" y="169069"/>
                </a:lnTo>
                <a:lnTo>
                  <a:pt x="14287" y="235744"/>
                </a:lnTo>
                <a:lnTo>
                  <a:pt x="0" y="283368"/>
                </a:lnTo>
                <a:lnTo>
                  <a:pt x="64293" y="354807"/>
                </a:lnTo>
                <a:lnTo>
                  <a:pt x="180974" y="383381"/>
                </a:lnTo>
                <a:lnTo>
                  <a:pt x="304800" y="388144"/>
                </a:lnTo>
                <a:lnTo>
                  <a:pt x="416718" y="369094"/>
                </a:lnTo>
                <a:lnTo>
                  <a:pt x="433387" y="321469"/>
                </a:lnTo>
                <a:lnTo>
                  <a:pt x="464343" y="326232"/>
                </a:lnTo>
                <a:lnTo>
                  <a:pt x="495299" y="350044"/>
                </a:lnTo>
                <a:lnTo>
                  <a:pt x="500062" y="400050"/>
                </a:lnTo>
                <a:lnTo>
                  <a:pt x="473868" y="469107"/>
                </a:lnTo>
                <a:lnTo>
                  <a:pt x="390524" y="557213"/>
                </a:lnTo>
                <a:lnTo>
                  <a:pt x="161924" y="781050"/>
                </a:lnTo>
                <a:lnTo>
                  <a:pt x="123824" y="857250"/>
                </a:lnTo>
                <a:lnTo>
                  <a:pt x="126206" y="904875"/>
                </a:lnTo>
                <a:lnTo>
                  <a:pt x="169068" y="954882"/>
                </a:lnTo>
                <a:lnTo>
                  <a:pt x="266699" y="1002507"/>
                </a:lnTo>
                <a:close/>
              </a:path>
            </a:pathLst>
          </a:custGeom>
          <a:solidFill>
            <a:srgbClr val="0070C0">
              <a:alpha val="60000"/>
            </a:srgbClr>
          </a:solidFill>
          <a:ln w="9525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6590620-A75F-43F6-8507-01419CB266F7}"/>
              </a:ext>
            </a:extLst>
          </p:cNvPr>
          <p:cNvGraphicFramePr>
            <a:graphicFrameLocks noGrp="1"/>
          </p:cNvGraphicFramePr>
          <p:nvPr/>
        </p:nvGraphicFramePr>
        <p:xfrm>
          <a:off x="3235179" y="567095"/>
          <a:ext cx="4794810" cy="284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4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78676">
                  <a:extLst>
                    <a:ext uri="{9D8B030D-6E8A-4147-A177-3AD203B41FA5}">
                      <a16:colId xmlns:a16="http://schemas.microsoft.com/office/drawing/2014/main" val="3086384740"/>
                    </a:ext>
                  </a:extLst>
                </a:gridCol>
                <a:gridCol w="578676">
                  <a:extLst>
                    <a:ext uri="{9D8B030D-6E8A-4147-A177-3AD203B41FA5}">
                      <a16:colId xmlns:a16="http://schemas.microsoft.com/office/drawing/2014/main" val="2481064739"/>
                    </a:ext>
                  </a:extLst>
                </a:gridCol>
                <a:gridCol w="578676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96549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81619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17-Sep-26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17-Sep-26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449192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01A9297-0EEF-4EFF-B302-2830F868F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83952" y="3300839"/>
            <a:ext cx="1012048" cy="884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9131D41-C3BC-4692-A2CA-8C41266AD077}"/>
              </a:ext>
            </a:extLst>
          </p:cNvPr>
          <p:cNvSpPr txBox="1"/>
          <p:nvPr/>
        </p:nvSpPr>
        <p:spPr>
          <a:xfrm>
            <a:off x="4763808" y="4437779"/>
            <a:ext cx="12666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Resort Adult  Pool 2</a:t>
            </a:r>
          </a:p>
        </p:txBody>
      </p:sp>
    </p:spTree>
    <p:extLst>
      <p:ext uri="{BB962C8B-B14F-4D97-AF65-F5344CB8AC3E}">
        <p14:creationId xmlns:p14="http://schemas.microsoft.com/office/powerpoint/2010/main" val="51694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F46A9E1-20EB-A087-98BC-EC5E92711F0B}"/>
              </a:ext>
            </a:extLst>
          </p:cNvPr>
          <p:cNvGrpSpPr/>
          <p:nvPr/>
        </p:nvGrpSpPr>
        <p:grpSpPr>
          <a:xfrm>
            <a:off x="675882" y="612204"/>
            <a:ext cx="10443797" cy="4639961"/>
            <a:chOff x="876044" y="617838"/>
            <a:chExt cx="10443797" cy="463996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E74504-A105-9F00-A669-5ACEC7E4D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389" b="2211"/>
            <a:stretch>
              <a:fillRect/>
            </a:stretch>
          </p:blipFill>
          <p:spPr>
            <a:xfrm>
              <a:off x="876044" y="617838"/>
              <a:ext cx="10439912" cy="4639961"/>
            </a:xfrm>
            <a:prstGeom prst="rect">
              <a:avLst/>
            </a:prstGeom>
          </p:spPr>
        </p:pic>
        <p:sp>
          <p:nvSpPr>
            <p:cNvPr id="28" name="Water Feature Highlight 5">
              <a:extLst>
                <a:ext uri="{FF2B5EF4-FFF2-40B4-BE49-F238E27FC236}">
                  <a16:creationId xmlns:a16="http://schemas.microsoft.com/office/drawing/2014/main" id="{520ECCFC-07D3-0BB4-A136-6DBF01371092}"/>
                </a:ext>
              </a:extLst>
            </p:cNvPr>
            <p:cNvSpPr/>
            <p:nvPr/>
          </p:nvSpPr>
          <p:spPr>
            <a:xfrm>
              <a:off x="9908991" y="1226138"/>
              <a:ext cx="1080691" cy="736198"/>
            </a:xfrm>
            <a:custGeom>
              <a:avLst/>
              <a:gdLst>
                <a:gd name="csX0" fmla="*/ 917568 w 1080691"/>
                <a:gd name="csY0" fmla="*/ 0 h 734119"/>
                <a:gd name="csX1" fmla="*/ 1019520 w 1080691"/>
                <a:gd name="csY1" fmla="*/ 40784 h 734119"/>
                <a:gd name="csX2" fmla="*/ 1060301 w 1080691"/>
                <a:gd name="csY2" fmla="*/ 81569 h 734119"/>
                <a:gd name="csX3" fmla="*/ 1080691 w 1080691"/>
                <a:gd name="csY3" fmla="*/ 122353 h 734119"/>
                <a:gd name="csX4" fmla="*/ 1080691 w 1080691"/>
                <a:gd name="csY4" fmla="*/ 163137 h 734119"/>
                <a:gd name="csX5" fmla="*/ 1080691 w 1080691"/>
                <a:gd name="csY5" fmla="*/ 203922 h 734119"/>
                <a:gd name="csX6" fmla="*/ 1060301 w 1080691"/>
                <a:gd name="csY6" fmla="*/ 244706 h 734119"/>
                <a:gd name="csX7" fmla="*/ 958349 w 1080691"/>
                <a:gd name="csY7" fmla="*/ 285491 h 734119"/>
                <a:gd name="csX8" fmla="*/ 679128 w 1080691"/>
                <a:gd name="csY8" fmla="*/ 264363 h 734119"/>
                <a:gd name="csX9" fmla="*/ 489369 w 1080691"/>
                <a:gd name="csY9" fmla="*/ 367059 h 734119"/>
                <a:gd name="csX10" fmla="*/ 428198 w 1080691"/>
                <a:gd name="csY10" fmla="*/ 407844 h 734119"/>
                <a:gd name="csX11" fmla="*/ 367027 w 1080691"/>
                <a:gd name="csY11" fmla="*/ 448628 h 734119"/>
                <a:gd name="csX12" fmla="*/ 346637 w 1080691"/>
                <a:gd name="csY12" fmla="*/ 489413 h 734119"/>
                <a:gd name="csX13" fmla="*/ 305856 w 1080691"/>
                <a:gd name="csY13" fmla="*/ 530197 h 734119"/>
                <a:gd name="csX14" fmla="*/ 285465 w 1080691"/>
                <a:gd name="csY14" fmla="*/ 570981 h 734119"/>
                <a:gd name="csX15" fmla="*/ 265075 w 1080691"/>
                <a:gd name="csY15" fmla="*/ 611766 h 734119"/>
                <a:gd name="csX16" fmla="*/ 244685 w 1080691"/>
                <a:gd name="csY16" fmla="*/ 652550 h 734119"/>
                <a:gd name="csX17" fmla="*/ 244685 w 1080691"/>
                <a:gd name="csY17" fmla="*/ 693335 h 734119"/>
                <a:gd name="csX18" fmla="*/ 122342 w 1080691"/>
                <a:gd name="csY18" fmla="*/ 734119 h 734119"/>
                <a:gd name="csX19" fmla="*/ 122342 w 1080691"/>
                <a:gd name="csY19" fmla="*/ 734119 h 734119"/>
                <a:gd name="csX20" fmla="*/ 101952 w 1080691"/>
                <a:gd name="csY20" fmla="*/ 734119 h 734119"/>
                <a:gd name="csX21" fmla="*/ 20390 w 1080691"/>
                <a:gd name="csY21" fmla="*/ 693335 h 734119"/>
                <a:gd name="csX22" fmla="*/ 0 w 1080691"/>
                <a:gd name="csY22" fmla="*/ 652550 h 734119"/>
                <a:gd name="csX23" fmla="*/ 0 w 1080691"/>
                <a:gd name="csY23" fmla="*/ 611766 h 734119"/>
                <a:gd name="csX24" fmla="*/ 0 w 1080691"/>
                <a:gd name="csY24" fmla="*/ 570981 h 734119"/>
                <a:gd name="csX25" fmla="*/ 0 w 1080691"/>
                <a:gd name="csY25" fmla="*/ 530197 h 734119"/>
                <a:gd name="csX26" fmla="*/ 20390 w 1080691"/>
                <a:gd name="csY26" fmla="*/ 489413 h 734119"/>
                <a:gd name="csX27" fmla="*/ 20390 w 1080691"/>
                <a:gd name="csY27" fmla="*/ 448628 h 734119"/>
                <a:gd name="csX28" fmla="*/ 40781 w 1080691"/>
                <a:gd name="csY28" fmla="*/ 407844 h 734119"/>
                <a:gd name="csX29" fmla="*/ 61171 w 1080691"/>
                <a:gd name="csY29" fmla="*/ 367059 h 734119"/>
                <a:gd name="csX30" fmla="*/ 101952 w 1080691"/>
                <a:gd name="csY30" fmla="*/ 326275 h 734119"/>
                <a:gd name="csX31" fmla="*/ 122342 w 1080691"/>
                <a:gd name="csY31" fmla="*/ 285491 h 734119"/>
                <a:gd name="csX32" fmla="*/ 163123 w 1080691"/>
                <a:gd name="csY32" fmla="*/ 244706 h 734119"/>
                <a:gd name="csX33" fmla="*/ 224294 w 1080691"/>
                <a:gd name="csY33" fmla="*/ 203922 h 734119"/>
                <a:gd name="csX34" fmla="*/ 265075 w 1080691"/>
                <a:gd name="csY34" fmla="*/ 163137 h 734119"/>
                <a:gd name="csX35" fmla="*/ 326246 w 1080691"/>
                <a:gd name="csY35" fmla="*/ 122353 h 734119"/>
                <a:gd name="csX36" fmla="*/ 407808 w 1080691"/>
                <a:gd name="csY36" fmla="*/ 81569 h 734119"/>
                <a:gd name="csX37" fmla="*/ 509760 w 1080691"/>
                <a:gd name="csY37" fmla="*/ 40784 h 734119"/>
                <a:gd name="csX38" fmla="*/ 632102 w 1080691"/>
                <a:gd name="csY38" fmla="*/ 0 h 734119"/>
                <a:gd name="csX39" fmla="*/ 632102 w 1080691"/>
                <a:gd name="csY39" fmla="*/ 0 h 734119"/>
                <a:gd name="csX40" fmla="*/ 917568 w 1080691"/>
                <a:gd name="csY40" fmla="*/ 0 h 734119"/>
                <a:gd name="csX0" fmla="*/ 917568 w 1080691"/>
                <a:gd name="csY0" fmla="*/ 0 h 734119"/>
                <a:gd name="csX1" fmla="*/ 1019520 w 1080691"/>
                <a:gd name="csY1" fmla="*/ 40784 h 734119"/>
                <a:gd name="csX2" fmla="*/ 1060301 w 1080691"/>
                <a:gd name="csY2" fmla="*/ 81569 h 734119"/>
                <a:gd name="csX3" fmla="*/ 1080691 w 1080691"/>
                <a:gd name="csY3" fmla="*/ 122353 h 734119"/>
                <a:gd name="csX4" fmla="*/ 1080691 w 1080691"/>
                <a:gd name="csY4" fmla="*/ 163137 h 734119"/>
                <a:gd name="csX5" fmla="*/ 1080691 w 1080691"/>
                <a:gd name="csY5" fmla="*/ 203922 h 734119"/>
                <a:gd name="csX6" fmla="*/ 1060301 w 1080691"/>
                <a:gd name="csY6" fmla="*/ 244706 h 734119"/>
                <a:gd name="csX7" fmla="*/ 958349 w 1080691"/>
                <a:gd name="csY7" fmla="*/ 285491 h 734119"/>
                <a:gd name="csX8" fmla="*/ 679128 w 1080691"/>
                <a:gd name="csY8" fmla="*/ 264363 h 734119"/>
                <a:gd name="csX9" fmla="*/ 489369 w 1080691"/>
                <a:gd name="csY9" fmla="*/ 367059 h 734119"/>
                <a:gd name="csX10" fmla="*/ 428198 w 1080691"/>
                <a:gd name="csY10" fmla="*/ 407844 h 734119"/>
                <a:gd name="csX11" fmla="*/ 367027 w 1080691"/>
                <a:gd name="csY11" fmla="*/ 448628 h 734119"/>
                <a:gd name="csX12" fmla="*/ 346637 w 1080691"/>
                <a:gd name="csY12" fmla="*/ 489413 h 734119"/>
                <a:gd name="csX13" fmla="*/ 305856 w 1080691"/>
                <a:gd name="csY13" fmla="*/ 530197 h 734119"/>
                <a:gd name="csX14" fmla="*/ 285465 w 1080691"/>
                <a:gd name="csY14" fmla="*/ 570981 h 734119"/>
                <a:gd name="csX15" fmla="*/ 265075 w 1080691"/>
                <a:gd name="csY15" fmla="*/ 611766 h 734119"/>
                <a:gd name="csX16" fmla="*/ 244685 w 1080691"/>
                <a:gd name="csY16" fmla="*/ 652550 h 734119"/>
                <a:gd name="csX17" fmla="*/ 244685 w 1080691"/>
                <a:gd name="csY17" fmla="*/ 693335 h 734119"/>
                <a:gd name="csX18" fmla="*/ 122342 w 1080691"/>
                <a:gd name="csY18" fmla="*/ 734119 h 734119"/>
                <a:gd name="csX19" fmla="*/ 122342 w 1080691"/>
                <a:gd name="csY19" fmla="*/ 734119 h 734119"/>
                <a:gd name="csX20" fmla="*/ 101952 w 1080691"/>
                <a:gd name="csY20" fmla="*/ 734119 h 734119"/>
                <a:gd name="csX21" fmla="*/ 20390 w 1080691"/>
                <a:gd name="csY21" fmla="*/ 693335 h 734119"/>
                <a:gd name="csX22" fmla="*/ 0 w 1080691"/>
                <a:gd name="csY22" fmla="*/ 652550 h 734119"/>
                <a:gd name="csX23" fmla="*/ 0 w 1080691"/>
                <a:gd name="csY23" fmla="*/ 611766 h 734119"/>
                <a:gd name="csX24" fmla="*/ 0 w 1080691"/>
                <a:gd name="csY24" fmla="*/ 570981 h 734119"/>
                <a:gd name="csX25" fmla="*/ 0 w 1080691"/>
                <a:gd name="csY25" fmla="*/ 530197 h 734119"/>
                <a:gd name="csX26" fmla="*/ 20390 w 1080691"/>
                <a:gd name="csY26" fmla="*/ 489413 h 734119"/>
                <a:gd name="csX27" fmla="*/ 20390 w 1080691"/>
                <a:gd name="csY27" fmla="*/ 448628 h 734119"/>
                <a:gd name="csX28" fmla="*/ 40781 w 1080691"/>
                <a:gd name="csY28" fmla="*/ 407844 h 734119"/>
                <a:gd name="csX29" fmla="*/ 61171 w 1080691"/>
                <a:gd name="csY29" fmla="*/ 367059 h 734119"/>
                <a:gd name="csX30" fmla="*/ 101952 w 1080691"/>
                <a:gd name="csY30" fmla="*/ 326275 h 734119"/>
                <a:gd name="csX31" fmla="*/ 122342 w 1080691"/>
                <a:gd name="csY31" fmla="*/ 285491 h 734119"/>
                <a:gd name="csX32" fmla="*/ 163123 w 1080691"/>
                <a:gd name="csY32" fmla="*/ 244706 h 734119"/>
                <a:gd name="csX33" fmla="*/ 224294 w 1080691"/>
                <a:gd name="csY33" fmla="*/ 203922 h 734119"/>
                <a:gd name="csX34" fmla="*/ 265075 w 1080691"/>
                <a:gd name="csY34" fmla="*/ 163137 h 734119"/>
                <a:gd name="csX35" fmla="*/ 326246 w 1080691"/>
                <a:gd name="csY35" fmla="*/ 122353 h 734119"/>
                <a:gd name="csX36" fmla="*/ 407808 w 1080691"/>
                <a:gd name="csY36" fmla="*/ 81569 h 734119"/>
                <a:gd name="csX37" fmla="*/ 509760 w 1080691"/>
                <a:gd name="csY37" fmla="*/ 40784 h 734119"/>
                <a:gd name="csX38" fmla="*/ 632102 w 1080691"/>
                <a:gd name="csY38" fmla="*/ 0 h 734119"/>
                <a:gd name="csX39" fmla="*/ 632102 w 1080691"/>
                <a:gd name="csY39" fmla="*/ 0 h 734119"/>
                <a:gd name="csX40" fmla="*/ 917568 w 1080691"/>
                <a:gd name="csY40" fmla="*/ 0 h 734119"/>
                <a:gd name="csX0" fmla="*/ 917568 w 1080691"/>
                <a:gd name="csY0" fmla="*/ 0 h 734119"/>
                <a:gd name="csX1" fmla="*/ 1019520 w 1080691"/>
                <a:gd name="csY1" fmla="*/ 40784 h 734119"/>
                <a:gd name="csX2" fmla="*/ 1060301 w 1080691"/>
                <a:gd name="csY2" fmla="*/ 81569 h 734119"/>
                <a:gd name="csX3" fmla="*/ 1080691 w 1080691"/>
                <a:gd name="csY3" fmla="*/ 122353 h 734119"/>
                <a:gd name="csX4" fmla="*/ 1080691 w 1080691"/>
                <a:gd name="csY4" fmla="*/ 163137 h 734119"/>
                <a:gd name="csX5" fmla="*/ 1080691 w 1080691"/>
                <a:gd name="csY5" fmla="*/ 203922 h 734119"/>
                <a:gd name="csX6" fmla="*/ 1060301 w 1080691"/>
                <a:gd name="csY6" fmla="*/ 244706 h 734119"/>
                <a:gd name="csX7" fmla="*/ 958349 w 1080691"/>
                <a:gd name="csY7" fmla="*/ 285491 h 734119"/>
                <a:gd name="csX8" fmla="*/ 679128 w 1080691"/>
                <a:gd name="csY8" fmla="*/ 264363 h 734119"/>
                <a:gd name="csX9" fmla="*/ 489369 w 1080691"/>
                <a:gd name="csY9" fmla="*/ 367059 h 734119"/>
                <a:gd name="csX10" fmla="*/ 428198 w 1080691"/>
                <a:gd name="csY10" fmla="*/ 407844 h 734119"/>
                <a:gd name="csX11" fmla="*/ 367027 w 1080691"/>
                <a:gd name="csY11" fmla="*/ 448628 h 734119"/>
                <a:gd name="csX12" fmla="*/ 346637 w 1080691"/>
                <a:gd name="csY12" fmla="*/ 489413 h 734119"/>
                <a:gd name="csX13" fmla="*/ 305856 w 1080691"/>
                <a:gd name="csY13" fmla="*/ 530197 h 734119"/>
                <a:gd name="csX14" fmla="*/ 285465 w 1080691"/>
                <a:gd name="csY14" fmla="*/ 570981 h 734119"/>
                <a:gd name="csX15" fmla="*/ 265075 w 1080691"/>
                <a:gd name="csY15" fmla="*/ 611766 h 734119"/>
                <a:gd name="csX16" fmla="*/ 244685 w 1080691"/>
                <a:gd name="csY16" fmla="*/ 652550 h 734119"/>
                <a:gd name="csX17" fmla="*/ 244685 w 1080691"/>
                <a:gd name="csY17" fmla="*/ 693335 h 734119"/>
                <a:gd name="csX18" fmla="*/ 122342 w 1080691"/>
                <a:gd name="csY18" fmla="*/ 734119 h 734119"/>
                <a:gd name="csX19" fmla="*/ 122342 w 1080691"/>
                <a:gd name="csY19" fmla="*/ 734119 h 734119"/>
                <a:gd name="csX20" fmla="*/ 101952 w 1080691"/>
                <a:gd name="csY20" fmla="*/ 734119 h 734119"/>
                <a:gd name="csX21" fmla="*/ 20390 w 1080691"/>
                <a:gd name="csY21" fmla="*/ 693335 h 734119"/>
                <a:gd name="csX22" fmla="*/ 0 w 1080691"/>
                <a:gd name="csY22" fmla="*/ 652550 h 734119"/>
                <a:gd name="csX23" fmla="*/ 0 w 1080691"/>
                <a:gd name="csY23" fmla="*/ 611766 h 734119"/>
                <a:gd name="csX24" fmla="*/ 0 w 1080691"/>
                <a:gd name="csY24" fmla="*/ 570981 h 734119"/>
                <a:gd name="csX25" fmla="*/ 0 w 1080691"/>
                <a:gd name="csY25" fmla="*/ 530197 h 734119"/>
                <a:gd name="csX26" fmla="*/ 20390 w 1080691"/>
                <a:gd name="csY26" fmla="*/ 489413 h 734119"/>
                <a:gd name="csX27" fmla="*/ 20390 w 1080691"/>
                <a:gd name="csY27" fmla="*/ 448628 h 734119"/>
                <a:gd name="csX28" fmla="*/ 40781 w 1080691"/>
                <a:gd name="csY28" fmla="*/ 407844 h 734119"/>
                <a:gd name="csX29" fmla="*/ 61171 w 1080691"/>
                <a:gd name="csY29" fmla="*/ 367059 h 734119"/>
                <a:gd name="csX30" fmla="*/ 101952 w 1080691"/>
                <a:gd name="csY30" fmla="*/ 326275 h 734119"/>
                <a:gd name="csX31" fmla="*/ 122342 w 1080691"/>
                <a:gd name="csY31" fmla="*/ 285491 h 734119"/>
                <a:gd name="csX32" fmla="*/ 163123 w 1080691"/>
                <a:gd name="csY32" fmla="*/ 244706 h 734119"/>
                <a:gd name="csX33" fmla="*/ 224294 w 1080691"/>
                <a:gd name="csY33" fmla="*/ 203922 h 734119"/>
                <a:gd name="csX34" fmla="*/ 265075 w 1080691"/>
                <a:gd name="csY34" fmla="*/ 163137 h 734119"/>
                <a:gd name="csX35" fmla="*/ 326246 w 1080691"/>
                <a:gd name="csY35" fmla="*/ 122353 h 734119"/>
                <a:gd name="csX36" fmla="*/ 407808 w 1080691"/>
                <a:gd name="csY36" fmla="*/ 81569 h 734119"/>
                <a:gd name="csX37" fmla="*/ 509760 w 1080691"/>
                <a:gd name="csY37" fmla="*/ 40784 h 734119"/>
                <a:gd name="csX38" fmla="*/ 632102 w 1080691"/>
                <a:gd name="csY38" fmla="*/ 0 h 734119"/>
                <a:gd name="csX39" fmla="*/ 632102 w 1080691"/>
                <a:gd name="csY39" fmla="*/ 0 h 734119"/>
                <a:gd name="csX40" fmla="*/ 917568 w 1080691"/>
                <a:gd name="csY40" fmla="*/ 0 h 734119"/>
                <a:gd name="csX0" fmla="*/ 917568 w 1080691"/>
                <a:gd name="csY0" fmla="*/ 0 h 734119"/>
                <a:gd name="csX1" fmla="*/ 1019520 w 1080691"/>
                <a:gd name="csY1" fmla="*/ 40784 h 734119"/>
                <a:gd name="csX2" fmla="*/ 1060301 w 1080691"/>
                <a:gd name="csY2" fmla="*/ 81569 h 734119"/>
                <a:gd name="csX3" fmla="*/ 1080691 w 1080691"/>
                <a:gd name="csY3" fmla="*/ 122353 h 734119"/>
                <a:gd name="csX4" fmla="*/ 1080691 w 1080691"/>
                <a:gd name="csY4" fmla="*/ 163137 h 734119"/>
                <a:gd name="csX5" fmla="*/ 1080691 w 1080691"/>
                <a:gd name="csY5" fmla="*/ 203922 h 734119"/>
                <a:gd name="csX6" fmla="*/ 1060301 w 1080691"/>
                <a:gd name="csY6" fmla="*/ 244706 h 734119"/>
                <a:gd name="csX7" fmla="*/ 860718 w 1080691"/>
                <a:gd name="csY7" fmla="*/ 311685 h 734119"/>
                <a:gd name="csX8" fmla="*/ 679128 w 1080691"/>
                <a:gd name="csY8" fmla="*/ 264363 h 734119"/>
                <a:gd name="csX9" fmla="*/ 489369 w 1080691"/>
                <a:gd name="csY9" fmla="*/ 367059 h 734119"/>
                <a:gd name="csX10" fmla="*/ 428198 w 1080691"/>
                <a:gd name="csY10" fmla="*/ 407844 h 734119"/>
                <a:gd name="csX11" fmla="*/ 367027 w 1080691"/>
                <a:gd name="csY11" fmla="*/ 448628 h 734119"/>
                <a:gd name="csX12" fmla="*/ 346637 w 1080691"/>
                <a:gd name="csY12" fmla="*/ 489413 h 734119"/>
                <a:gd name="csX13" fmla="*/ 305856 w 1080691"/>
                <a:gd name="csY13" fmla="*/ 530197 h 734119"/>
                <a:gd name="csX14" fmla="*/ 285465 w 1080691"/>
                <a:gd name="csY14" fmla="*/ 570981 h 734119"/>
                <a:gd name="csX15" fmla="*/ 265075 w 1080691"/>
                <a:gd name="csY15" fmla="*/ 611766 h 734119"/>
                <a:gd name="csX16" fmla="*/ 244685 w 1080691"/>
                <a:gd name="csY16" fmla="*/ 652550 h 734119"/>
                <a:gd name="csX17" fmla="*/ 244685 w 1080691"/>
                <a:gd name="csY17" fmla="*/ 693335 h 734119"/>
                <a:gd name="csX18" fmla="*/ 122342 w 1080691"/>
                <a:gd name="csY18" fmla="*/ 734119 h 734119"/>
                <a:gd name="csX19" fmla="*/ 122342 w 1080691"/>
                <a:gd name="csY19" fmla="*/ 734119 h 734119"/>
                <a:gd name="csX20" fmla="*/ 101952 w 1080691"/>
                <a:gd name="csY20" fmla="*/ 734119 h 734119"/>
                <a:gd name="csX21" fmla="*/ 20390 w 1080691"/>
                <a:gd name="csY21" fmla="*/ 693335 h 734119"/>
                <a:gd name="csX22" fmla="*/ 0 w 1080691"/>
                <a:gd name="csY22" fmla="*/ 652550 h 734119"/>
                <a:gd name="csX23" fmla="*/ 0 w 1080691"/>
                <a:gd name="csY23" fmla="*/ 611766 h 734119"/>
                <a:gd name="csX24" fmla="*/ 0 w 1080691"/>
                <a:gd name="csY24" fmla="*/ 570981 h 734119"/>
                <a:gd name="csX25" fmla="*/ 0 w 1080691"/>
                <a:gd name="csY25" fmla="*/ 530197 h 734119"/>
                <a:gd name="csX26" fmla="*/ 20390 w 1080691"/>
                <a:gd name="csY26" fmla="*/ 489413 h 734119"/>
                <a:gd name="csX27" fmla="*/ 20390 w 1080691"/>
                <a:gd name="csY27" fmla="*/ 448628 h 734119"/>
                <a:gd name="csX28" fmla="*/ 40781 w 1080691"/>
                <a:gd name="csY28" fmla="*/ 407844 h 734119"/>
                <a:gd name="csX29" fmla="*/ 61171 w 1080691"/>
                <a:gd name="csY29" fmla="*/ 367059 h 734119"/>
                <a:gd name="csX30" fmla="*/ 101952 w 1080691"/>
                <a:gd name="csY30" fmla="*/ 326275 h 734119"/>
                <a:gd name="csX31" fmla="*/ 122342 w 1080691"/>
                <a:gd name="csY31" fmla="*/ 285491 h 734119"/>
                <a:gd name="csX32" fmla="*/ 163123 w 1080691"/>
                <a:gd name="csY32" fmla="*/ 244706 h 734119"/>
                <a:gd name="csX33" fmla="*/ 224294 w 1080691"/>
                <a:gd name="csY33" fmla="*/ 203922 h 734119"/>
                <a:gd name="csX34" fmla="*/ 265075 w 1080691"/>
                <a:gd name="csY34" fmla="*/ 163137 h 734119"/>
                <a:gd name="csX35" fmla="*/ 326246 w 1080691"/>
                <a:gd name="csY35" fmla="*/ 122353 h 734119"/>
                <a:gd name="csX36" fmla="*/ 407808 w 1080691"/>
                <a:gd name="csY36" fmla="*/ 81569 h 734119"/>
                <a:gd name="csX37" fmla="*/ 509760 w 1080691"/>
                <a:gd name="csY37" fmla="*/ 40784 h 734119"/>
                <a:gd name="csX38" fmla="*/ 632102 w 1080691"/>
                <a:gd name="csY38" fmla="*/ 0 h 734119"/>
                <a:gd name="csX39" fmla="*/ 632102 w 1080691"/>
                <a:gd name="csY39" fmla="*/ 0 h 734119"/>
                <a:gd name="csX40" fmla="*/ 917568 w 1080691"/>
                <a:gd name="csY40" fmla="*/ 0 h 734119"/>
                <a:gd name="csX0" fmla="*/ 917568 w 1080691"/>
                <a:gd name="csY0" fmla="*/ 0 h 734119"/>
                <a:gd name="csX1" fmla="*/ 1019520 w 1080691"/>
                <a:gd name="csY1" fmla="*/ 40784 h 734119"/>
                <a:gd name="csX2" fmla="*/ 1060301 w 1080691"/>
                <a:gd name="csY2" fmla="*/ 81569 h 734119"/>
                <a:gd name="csX3" fmla="*/ 1080691 w 1080691"/>
                <a:gd name="csY3" fmla="*/ 122353 h 734119"/>
                <a:gd name="csX4" fmla="*/ 1080691 w 1080691"/>
                <a:gd name="csY4" fmla="*/ 163137 h 734119"/>
                <a:gd name="csX5" fmla="*/ 1080691 w 1080691"/>
                <a:gd name="csY5" fmla="*/ 203922 h 734119"/>
                <a:gd name="csX6" fmla="*/ 972194 w 1080691"/>
                <a:gd name="csY6" fmla="*/ 289950 h 734119"/>
                <a:gd name="csX7" fmla="*/ 860718 w 1080691"/>
                <a:gd name="csY7" fmla="*/ 311685 h 734119"/>
                <a:gd name="csX8" fmla="*/ 679128 w 1080691"/>
                <a:gd name="csY8" fmla="*/ 264363 h 734119"/>
                <a:gd name="csX9" fmla="*/ 489369 w 1080691"/>
                <a:gd name="csY9" fmla="*/ 367059 h 734119"/>
                <a:gd name="csX10" fmla="*/ 428198 w 1080691"/>
                <a:gd name="csY10" fmla="*/ 407844 h 734119"/>
                <a:gd name="csX11" fmla="*/ 367027 w 1080691"/>
                <a:gd name="csY11" fmla="*/ 448628 h 734119"/>
                <a:gd name="csX12" fmla="*/ 346637 w 1080691"/>
                <a:gd name="csY12" fmla="*/ 489413 h 734119"/>
                <a:gd name="csX13" fmla="*/ 305856 w 1080691"/>
                <a:gd name="csY13" fmla="*/ 530197 h 734119"/>
                <a:gd name="csX14" fmla="*/ 285465 w 1080691"/>
                <a:gd name="csY14" fmla="*/ 570981 h 734119"/>
                <a:gd name="csX15" fmla="*/ 265075 w 1080691"/>
                <a:gd name="csY15" fmla="*/ 611766 h 734119"/>
                <a:gd name="csX16" fmla="*/ 244685 w 1080691"/>
                <a:gd name="csY16" fmla="*/ 652550 h 734119"/>
                <a:gd name="csX17" fmla="*/ 244685 w 1080691"/>
                <a:gd name="csY17" fmla="*/ 693335 h 734119"/>
                <a:gd name="csX18" fmla="*/ 122342 w 1080691"/>
                <a:gd name="csY18" fmla="*/ 734119 h 734119"/>
                <a:gd name="csX19" fmla="*/ 122342 w 1080691"/>
                <a:gd name="csY19" fmla="*/ 734119 h 734119"/>
                <a:gd name="csX20" fmla="*/ 101952 w 1080691"/>
                <a:gd name="csY20" fmla="*/ 734119 h 734119"/>
                <a:gd name="csX21" fmla="*/ 20390 w 1080691"/>
                <a:gd name="csY21" fmla="*/ 693335 h 734119"/>
                <a:gd name="csX22" fmla="*/ 0 w 1080691"/>
                <a:gd name="csY22" fmla="*/ 652550 h 734119"/>
                <a:gd name="csX23" fmla="*/ 0 w 1080691"/>
                <a:gd name="csY23" fmla="*/ 611766 h 734119"/>
                <a:gd name="csX24" fmla="*/ 0 w 1080691"/>
                <a:gd name="csY24" fmla="*/ 570981 h 734119"/>
                <a:gd name="csX25" fmla="*/ 0 w 1080691"/>
                <a:gd name="csY25" fmla="*/ 530197 h 734119"/>
                <a:gd name="csX26" fmla="*/ 20390 w 1080691"/>
                <a:gd name="csY26" fmla="*/ 489413 h 734119"/>
                <a:gd name="csX27" fmla="*/ 20390 w 1080691"/>
                <a:gd name="csY27" fmla="*/ 448628 h 734119"/>
                <a:gd name="csX28" fmla="*/ 40781 w 1080691"/>
                <a:gd name="csY28" fmla="*/ 407844 h 734119"/>
                <a:gd name="csX29" fmla="*/ 61171 w 1080691"/>
                <a:gd name="csY29" fmla="*/ 367059 h 734119"/>
                <a:gd name="csX30" fmla="*/ 101952 w 1080691"/>
                <a:gd name="csY30" fmla="*/ 326275 h 734119"/>
                <a:gd name="csX31" fmla="*/ 122342 w 1080691"/>
                <a:gd name="csY31" fmla="*/ 285491 h 734119"/>
                <a:gd name="csX32" fmla="*/ 163123 w 1080691"/>
                <a:gd name="csY32" fmla="*/ 244706 h 734119"/>
                <a:gd name="csX33" fmla="*/ 224294 w 1080691"/>
                <a:gd name="csY33" fmla="*/ 203922 h 734119"/>
                <a:gd name="csX34" fmla="*/ 265075 w 1080691"/>
                <a:gd name="csY34" fmla="*/ 163137 h 734119"/>
                <a:gd name="csX35" fmla="*/ 326246 w 1080691"/>
                <a:gd name="csY35" fmla="*/ 122353 h 734119"/>
                <a:gd name="csX36" fmla="*/ 407808 w 1080691"/>
                <a:gd name="csY36" fmla="*/ 81569 h 734119"/>
                <a:gd name="csX37" fmla="*/ 509760 w 1080691"/>
                <a:gd name="csY37" fmla="*/ 40784 h 734119"/>
                <a:gd name="csX38" fmla="*/ 632102 w 1080691"/>
                <a:gd name="csY38" fmla="*/ 0 h 734119"/>
                <a:gd name="csX39" fmla="*/ 632102 w 1080691"/>
                <a:gd name="csY39" fmla="*/ 0 h 734119"/>
                <a:gd name="csX40" fmla="*/ 917568 w 1080691"/>
                <a:gd name="csY40" fmla="*/ 0 h 734119"/>
                <a:gd name="csX0" fmla="*/ 917568 w 1080691"/>
                <a:gd name="csY0" fmla="*/ 0 h 734119"/>
                <a:gd name="csX1" fmla="*/ 1019520 w 1080691"/>
                <a:gd name="csY1" fmla="*/ 40784 h 734119"/>
                <a:gd name="csX2" fmla="*/ 1060301 w 1080691"/>
                <a:gd name="csY2" fmla="*/ 81569 h 734119"/>
                <a:gd name="csX3" fmla="*/ 1080691 w 1080691"/>
                <a:gd name="csY3" fmla="*/ 122353 h 734119"/>
                <a:gd name="csX4" fmla="*/ 1080691 w 1080691"/>
                <a:gd name="csY4" fmla="*/ 163137 h 734119"/>
                <a:gd name="csX5" fmla="*/ 1080691 w 1080691"/>
                <a:gd name="csY5" fmla="*/ 203922 h 734119"/>
                <a:gd name="csX6" fmla="*/ 972194 w 1080691"/>
                <a:gd name="csY6" fmla="*/ 289950 h 734119"/>
                <a:gd name="csX7" fmla="*/ 860718 w 1080691"/>
                <a:gd name="csY7" fmla="*/ 311685 h 734119"/>
                <a:gd name="csX8" fmla="*/ 679128 w 1080691"/>
                <a:gd name="csY8" fmla="*/ 264363 h 734119"/>
                <a:gd name="csX9" fmla="*/ 489369 w 1080691"/>
                <a:gd name="csY9" fmla="*/ 367059 h 734119"/>
                <a:gd name="csX10" fmla="*/ 428198 w 1080691"/>
                <a:gd name="csY10" fmla="*/ 407844 h 734119"/>
                <a:gd name="csX11" fmla="*/ 367027 w 1080691"/>
                <a:gd name="csY11" fmla="*/ 448628 h 734119"/>
                <a:gd name="csX12" fmla="*/ 346637 w 1080691"/>
                <a:gd name="csY12" fmla="*/ 489413 h 734119"/>
                <a:gd name="csX13" fmla="*/ 305856 w 1080691"/>
                <a:gd name="csY13" fmla="*/ 530197 h 734119"/>
                <a:gd name="csX14" fmla="*/ 285465 w 1080691"/>
                <a:gd name="csY14" fmla="*/ 570981 h 734119"/>
                <a:gd name="csX15" fmla="*/ 265075 w 1080691"/>
                <a:gd name="csY15" fmla="*/ 611766 h 734119"/>
                <a:gd name="csX16" fmla="*/ 244685 w 1080691"/>
                <a:gd name="csY16" fmla="*/ 652550 h 734119"/>
                <a:gd name="csX17" fmla="*/ 244685 w 1080691"/>
                <a:gd name="csY17" fmla="*/ 693335 h 734119"/>
                <a:gd name="csX18" fmla="*/ 122342 w 1080691"/>
                <a:gd name="csY18" fmla="*/ 734119 h 734119"/>
                <a:gd name="csX19" fmla="*/ 122342 w 1080691"/>
                <a:gd name="csY19" fmla="*/ 734119 h 734119"/>
                <a:gd name="csX20" fmla="*/ 101952 w 1080691"/>
                <a:gd name="csY20" fmla="*/ 734119 h 734119"/>
                <a:gd name="csX21" fmla="*/ 20390 w 1080691"/>
                <a:gd name="csY21" fmla="*/ 693335 h 734119"/>
                <a:gd name="csX22" fmla="*/ 0 w 1080691"/>
                <a:gd name="csY22" fmla="*/ 652550 h 734119"/>
                <a:gd name="csX23" fmla="*/ 0 w 1080691"/>
                <a:gd name="csY23" fmla="*/ 611766 h 734119"/>
                <a:gd name="csX24" fmla="*/ 0 w 1080691"/>
                <a:gd name="csY24" fmla="*/ 570981 h 734119"/>
                <a:gd name="csX25" fmla="*/ 0 w 1080691"/>
                <a:gd name="csY25" fmla="*/ 530197 h 734119"/>
                <a:gd name="csX26" fmla="*/ 20390 w 1080691"/>
                <a:gd name="csY26" fmla="*/ 489413 h 734119"/>
                <a:gd name="csX27" fmla="*/ 20390 w 1080691"/>
                <a:gd name="csY27" fmla="*/ 448628 h 734119"/>
                <a:gd name="csX28" fmla="*/ 40781 w 1080691"/>
                <a:gd name="csY28" fmla="*/ 407844 h 734119"/>
                <a:gd name="csX29" fmla="*/ 61171 w 1080691"/>
                <a:gd name="csY29" fmla="*/ 367059 h 734119"/>
                <a:gd name="csX30" fmla="*/ 101952 w 1080691"/>
                <a:gd name="csY30" fmla="*/ 326275 h 734119"/>
                <a:gd name="csX31" fmla="*/ 122342 w 1080691"/>
                <a:gd name="csY31" fmla="*/ 285491 h 734119"/>
                <a:gd name="csX32" fmla="*/ 163123 w 1080691"/>
                <a:gd name="csY32" fmla="*/ 244706 h 734119"/>
                <a:gd name="csX33" fmla="*/ 224294 w 1080691"/>
                <a:gd name="csY33" fmla="*/ 203922 h 734119"/>
                <a:gd name="csX34" fmla="*/ 265075 w 1080691"/>
                <a:gd name="csY34" fmla="*/ 163137 h 734119"/>
                <a:gd name="csX35" fmla="*/ 326246 w 1080691"/>
                <a:gd name="csY35" fmla="*/ 122353 h 734119"/>
                <a:gd name="csX36" fmla="*/ 407808 w 1080691"/>
                <a:gd name="csY36" fmla="*/ 81569 h 734119"/>
                <a:gd name="csX37" fmla="*/ 509760 w 1080691"/>
                <a:gd name="csY37" fmla="*/ 40784 h 734119"/>
                <a:gd name="csX38" fmla="*/ 632102 w 1080691"/>
                <a:gd name="csY38" fmla="*/ 0 h 734119"/>
                <a:gd name="csX39" fmla="*/ 632102 w 1080691"/>
                <a:gd name="csY39" fmla="*/ 0 h 734119"/>
                <a:gd name="csX40" fmla="*/ 917568 w 1080691"/>
                <a:gd name="csY40" fmla="*/ 0 h 734119"/>
                <a:gd name="csX0" fmla="*/ 917568 w 1080691"/>
                <a:gd name="csY0" fmla="*/ 0 h 736198"/>
                <a:gd name="csX1" fmla="*/ 1019520 w 1080691"/>
                <a:gd name="csY1" fmla="*/ 40784 h 736198"/>
                <a:gd name="csX2" fmla="*/ 1060301 w 1080691"/>
                <a:gd name="csY2" fmla="*/ 81569 h 736198"/>
                <a:gd name="csX3" fmla="*/ 1080691 w 1080691"/>
                <a:gd name="csY3" fmla="*/ 122353 h 736198"/>
                <a:gd name="csX4" fmla="*/ 1080691 w 1080691"/>
                <a:gd name="csY4" fmla="*/ 163137 h 736198"/>
                <a:gd name="csX5" fmla="*/ 1080691 w 1080691"/>
                <a:gd name="csY5" fmla="*/ 203922 h 736198"/>
                <a:gd name="csX6" fmla="*/ 972194 w 1080691"/>
                <a:gd name="csY6" fmla="*/ 289950 h 736198"/>
                <a:gd name="csX7" fmla="*/ 860718 w 1080691"/>
                <a:gd name="csY7" fmla="*/ 311685 h 736198"/>
                <a:gd name="csX8" fmla="*/ 679128 w 1080691"/>
                <a:gd name="csY8" fmla="*/ 264363 h 736198"/>
                <a:gd name="csX9" fmla="*/ 489369 w 1080691"/>
                <a:gd name="csY9" fmla="*/ 367059 h 736198"/>
                <a:gd name="csX10" fmla="*/ 428198 w 1080691"/>
                <a:gd name="csY10" fmla="*/ 407844 h 736198"/>
                <a:gd name="csX11" fmla="*/ 367027 w 1080691"/>
                <a:gd name="csY11" fmla="*/ 448628 h 736198"/>
                <a:gd name="csX12" fmla="*/ 346637 w 1080691"/>
                <a:gd name="csY12" fmla="*/ 489413 h 736198"/>
                <a:gd name="csX13" fmla="*/ 305856 w 1080691"/>
                <a:gd name="csY13" fmla="*/ 530197 h 736198"/>
                <a:gd name="csX14" fmla="*/ 285465 w 1080691"/>
                <a:gd name="csY14" fmla="*/ 570981 h 736198"/>
                <a:gd name="csX15" fmla="*/ 265075 w 1080691"/>
                <a:gd name="csY15" fmla="*/ 611766 h 736198"/>
                <a:gd name="csX16" fmla="*/ 244685 w 1080691"/>
                <a:gd name="csY16" fmla="*/ 652550 h 736198"/>
                <a:gd name="csX17" fmla="*/ 228017 w 1080691"/>
                <a:gd name="csY17" fmla="*/ 736198 h 736198"/>
                <a:gd name="csX18" fmla="*/ 122342 w 1080691"/>
                <a:gd name="csY18" fmla="*/ 734119 h 736198"/>
                <a:gd name="csX19" fmla="*/ 122342 w 1080691"/>
                <a:gd name="csY19" fmla="*/ 734119 h 736198"/>
                <a:gd name="csX20" fmla="*/ 101952 w 1080691"/>
                <a:gd name="csY20" fmla="*/ 734119 h 736198"/>
                <a:gd name="csX21" fmla="*/ 20390 w 1080691"/>
                <a:gd name="csY21" fmla="*/ 693335 h 736198"/>
                <a:gd name="csX22" fmla="*/ 0 w 1080691"/>
                <a:gd name="csY22" fmla="*/ 652550 h 736198"/>
                <a:gd name="csX23" fmla="*/ 0 w 1080691"/>
                <a:gd name="csY23" fmla="*/ 611766 h 736198"/>
                <a:gd name="csX24" fmla="*/ 0 w 1080691"/>
                <a:gd name="csY24" fmla="*/ 570981 h 736198"/>
                <a:gd name="csX25" fmla="*/ 0 w 1080691"/>
                <a:gd name="csY25" fmla="*/ 530197 h 736198"/>
                <a:gd name="csX26" fmla="*/ 20390 w 1080691"/>
                <a:gd name="csY26" fmla="*/ 489413 h 736198"/>
                <a:gd name="csX27" fmla="*/ 20390 w 1080691"/>
                <a:gd name="csY27" fmla="*/ 448628 h 736198"/>
                <a:gd name="csX28" fmla="*/ 40781 w 1080691"/>
                <a:gd name="csY28" fmla="*/ 407844 h 736198"/>
                <a:gd name="csX29" fmla="*/ 61171 w 1080691"/>
                <a:gd name="csY29" fmla="*/ 367059 h 736198"/>
                <a:gd name="csX30" fmla="*/ 101952 w 1080691"/>
                <a:gd name="csY30" fmla="*/ 326275 h 736198"/>
                <a:gd name="csX31" fmla="*/ 122342 w 1080691"/>
                <a:gd name="csY31" fmla="*/ 285491 h 736198"/>
                <a:gd name="csX32" fmla="*/ 163123 w 1080691"/>
                <a:gd name="csY32" fmla="*/ 244706 h 736198"/>
                <a:gd name="csX33" fmla="*/ 224294 w 1080691"/>
                <a:gd name="csY33" fmla="*/ 203922 h 736198"/>
                <a:gd name="csX34" fmla="*/ 265075 w 1080691"/>
                <a:gd name="csY34" fmla="*/ 163137 h 736198"/>
                <a:gd name="csX35" fmla="*/ 326246 w 1080691"/>
                <a:gd name="csY35" fmla="*/ 122353 h 736198"/>
                <a:gd name="csX36" fmla="*/ 407808 w 1080691"/>
                <a:gd name="csY36" fmla="*/ 81569 h 736198"/>
                <a:gd name="csX37" fmla="*/ 509760 w 1080691"/>
                <a:gd name="csY37" fmla="*/ 40784 h 736198"/>
                <a:gd name="csX38" fmla="*/ 632102 w 1080691"/>
                <a:gd name="csY38" fmla="*/ 0 h 736198"/>
                <a:gd name="csX39" fmla="*/ 632102 w 1080691"/>
                <a:gd name="csY39" fmla="*/ 0 h 736198"/>
                <a:gd name="csX40" fmla="*/ 917568 w 1080691"/>
                <a:gd name="csY40" fmla="*/ 0 h 736198"/>
                <a:gd name="csX0" fmla="*/ 917568 w 1080691"/>
                <a:gd name="csY0" fmla="*/ 0 h 736198"/>
                <a:gd name="csX1" fmla="*/ 1019520 w 1080691"/>
                <a:gd name="csY1" fmla="*/ 40784 h 736198"/>
                <a:gd name="csX2" fmla="*/ 1060301 w 1080691"/>
                <a:gd name="csY2" fmla="*/ 81569 h 736198"/>
                <a:gd name="csX3" fmla="*/ 1080691 w 1080691"/>
                <a:gd name="csY3" fmla="*/ 122353 h 736198"/>
                <a:gd name="csX4" fmla="*/ 1080691 w 1080691"/>
                <a:gd name="csY4" fmla="*/ 163137 h 736198"/>
                <a:gd name="csX5" fmla="*/ 1080691 w 1080691"/>
                <a:gd name="csY5" fmla="*/ 203922 h 736198"/>
                <a:gd name="csX6" fmla="*/ 972194 w 1080691"/>
                <a:gd name="csY6" fmla="*/ 289950 h 736198"/>
                <a:gd name="csX7" fmla="*/ 860718 w 1080691"/>
                <a:gd name="csY7" fmla="*/ 311685 h 736198"/>
                <a:gd name="csX8" fmla="*/ 679128 w 1080691"/>
                <a:gd name="csY8" fmla="*/ 264363 h 736198"/>
                <a:gd name="csX9" fmla="*/ 489369 w 1080691"/>
                <a:gd name="csY9" fmla="*/ 367059 h 736198"/>
                <a:gd name="csX10" fmla="*/ 428198 w 1080691"/>
                <a:gd name="csY10" fmla="*/ 407844 h 736198"/>
                <a:gd name="csX11" fmla="*/ 367027 w 1080691"/>
                <a:gd name="csY11" fmla="*/ 448628 h 736198"/>
                <a:gd name="csX12" fmla="*/ 346637 w 1080691"/>
                <a:gd name="csY12" fmla="*/ 489413 h 736198"/>
                <a:gd name="csX13" fmla="*/ 305856 w 1080691"/>
                <a:gd name="csY13" fmla="*/ 530197 h 736198"/>
                <a:gd name="csX14" fmla="*/ 285465 w 1080691"/>
                <a:gd name="csY14" fmla="*/ 570981 h 736198"/>
                <a:gd name="csX15" fmla="*/ 265075 w 1080691"/>
                <a:gd name="csY15" fmla="*/ 611766 h 736198"/>
                <a:gd name="csX16" fmla="*/ 244685 w 1080691"/>
                <a:gd name="csY16" fmla="*/ 652550 h 736198"/>
                <a:gd name="csX17" fmla="*/ 228017 w 1080691"/>
                <a:gd name="csY17" fmla="*/ 736198 h 736198"/>
                <a:gd name="csX18" fmla="*/ 122342 w 1080691"/>
                <a:gd name="csY18" fmla="*/ 734119 h 736198"/>
                <a:gd name="csX19" fmla="*/ 122342 w 1080691"/>
                <a:gd name="csY19" fmla="*/ 734119 h 736198"/>
                <a:gd name="csX20" fmla="*/ 101952 w 1080691"/>
                <a:gd name="csY20" fmla="*/ 734119 h 736198"/>
                <a:gd name="csX21" fmla="*/ 22772 w 1080691"/>
                <a:gd name="csY21" fmla="*/ 726673 h 736198"/>
                <a:gd name="csX22" fmla="*/ 0 w 1080691"/>
                <a:gd name="csY22" fmla="*/ 652550 h 736198"/>
                <a:gd name="csX23" fmla="*/ 0 w 1080691"/>
                <a:gd name="csY23" fmla="*/ 611766 h 736198"/>
                <a:gd name="csX24" fmla="*/ 0 w 1080691"/>
                <a:gd name="csY24" fmla="*/ 570981 h 736198"/>
                <a:gd name="csX25" fmla="*/ 0 w 1080691"/>
                <a:gd name="csY25" fmla="*/ 530197 h 736198"/>
                <a:gd name="csX26" fmla="*/ 20390 w 1080691"/>
                <a:gd name="csY26" fmla="*/ 489413 h 736198"/>
                <a:gd name="csX27" fmla="*/ 20390 w 1080691"/>
                <a:gd name="csY27" fmla="*/ 448628 h 736198"/>
                <a:gd name="csX28" fmla="*/ 40781 w 1080691"/>
                <a:gd name="csY28" fmla="*/ 407844 h 736198"/>
                <a:gd name="csX29" fmla="*/ 61171 w 1080691"/>
                <a:gd name="csY29" fmla="*/ 367059 h 736198"/>
                <a:gd name="csX30" fmla="*/ 101952 w 1080691"/>
                <a:gd name="csY30" fmla="*/ 326275 h 736198"/>
                <a:gd name="csX31" fmla="*/ 122342 w 1080691"/>
                <a:gd name="csY31" fmla="*/ 285491 h 736198"/>
                <a:gd name="csX32" fmla="*/ 163123 w 1080691"/>
                <a:gd name="csY32" fmla="*/ 244706 h 736198"/>
                <a:gd name="csX33" fmla="*/ 224294 w 1080691"/>
                <a:gd name="csY33" fmla="*/ 203922 h 736198"/>
                <a:gd name="csX34" fmla="*/ 265075 w 1080691"/>
                <a:gd name="csY34" fmla="*/ 163137 h 736198"/>
                <a:gd name="csX35" fmla="*/ 326246 w 1080691"/>
                <a:gd name="csY35" fmla="*/ 122353 h 736198"/>
                <a:gd name="csX36" fmla="*/ 407808 w 1080691"/>
                <a:gd name="csY36" fmla="*/ 81569 h 736198"/>
                <a:gd name="csX37" fmla="*/ 509760 w 1080691"/>
                <a:gd name="csY37" fmla="*/ 40784 h 736198"/>
                <a:gd name="csX38" fmla="*/ 632102 w 1080691"/>
                <a:gd name="csY38" fmla="*/ 0 h 736198"/>
                <a:gd name="csX39" fmla="*/ 632102 w 1080691"/>
                <a:gd name="csY39" fmla="*/ 0 h 736198"/>
                <a:gd name="csX40" fmla="*/ 917568 w 1080691"/>
                <a:gd name="csY40" fmla="*/ 0 h 7361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080691" h="736198">
                  <a:moveTo>
                    <a:pt x="917568" y="0"/>
                  </a:moveTo>
                  <a:lnTo>
                    <a:pt x="1019520" y="40784"/>
                  </a:lnTo>
                  <a:lnTo>
                    <a:pt x="1060301" y="81569"/>
                  </a:lnTo>
                  <a:lnTo>
                    <a:pt x="1080691" y="122353"/>
                  </a:lnTo>
                  <a:lnTo>
                    <a:pt x="1080691" y="163137"/>
                  </a:lnTo>
                  <a:lnTo>
                    <a:pt x="1080691" y="203922"/>
                  </a:lnTo>
                  <a:cubicBezTo>
                    <a:pt x="1044525" y="232598"/>
                    <a:pt x="1034553" y="261274"/>
                    <a:pt x="972194" y="289950"/>
                  </a:cubicBezTo>
                  <a:lnTo>
                    <a:pt x="860718" y="311685"/>
                  </a:lnTo>
                  <a:cubicBezTo>
                    <a:pt x="767644" y="304642"/>
                    <a:pt x="781727" y="309506"/>
                    <a:pt x="679128" y="264363"/>
                  </a:cubicBezTo>
                  <a:lnTo>
                    <a:pt x="489369" y="367059"/>
                  </a:lnTo>
                  <a:lnTo>
                    <a:pt x="428198" y="407844"/>
                  </a:lnTo>
                  <a:lnTo>
                    <a:pt x="367027" y="448628"/>
                  </a:lnTo>
                  <a:lnTo>
                    <a:pt x="346637" y="489413"/>
                  </a:lnTo>
                  <a:lnTo>
                    <a:pt x="305856" y="530197"/>
                  </a:lnTo>
                  <a:lnTo>
                    <a:pt x="285465" y="570981"/>
                  </a:lnTo>
                  <a:lnTo>
                    <a:pt x="265075" y="611766"/>
                  </a:lnTo>
                  <a:lnTo>
                    <a:pt x="244685" y="652550"/>
                  </a:lnTo>
                  <a:lnTo>
                    <a:pt x="228017" y="736198"/>
                  </a:lnTo>
                  <a:lnTo>
                    <a:pt x="122342" y="734119"/>
                  </a:lnTo>
                  <a:lnTo>
                    <a:pt x="122342" y="734119"/>
                  </a:lnTo>
                  <a:lnTo>
                    <a:pt x="101952" y="734119"/>
                  </a:lnTo>
                  <a:lnTo>
                    <a:pt x="22772" y="726673"/>
                  </a:lnTo>
                  <a:lnTo>
                    <a:pt x="0" y="652550"/>
                  </a:lnTo>
                  <a:lnTo>
                    <a:pt x="0" y="611766"/>
                  </a:lnTo>
                  <a:lnTo>
                    <a:pt x="0" y="570981"/>
                  </a:lnTo>
                  <a:lnTo>
                    <a:pt x="0" y="530197"/>
                  </a:lnTo>
                  <a:lnTo>
                    <a:pt x="20390" y="489413"/>
                  </a:lnTo>
                  <a:lnTo>
                    <a:pt x="20390" y="448628"/>
                  </a:lnTo>
                  <a:lnTo>
                    <a:pt x="40781" y="407844"/>
                  </a:lnTo>
                  <a:lnTo>
                    <a:pt x="61171" y="367059"/>
                  </a:lnTo>
                  <a:lnTo>
                    <a:pt x="101952" y="326275"/>
                  </a:lnTo>
                  <a:lnTo>
                    <a:pt x="122342" y="285491"/>
                  </a:lnTo>
                  <a:lnTo>
                    <a:pt x="163123" y="244706"/>
                  </a:lnTo>
                  <a:lnTo>
                    <a:pt x="224294" y="203922"/>
                  </a:lnTo>
                  <a:lnTo>
                    <a:pt x="265075" y="163137"/>
                  </a:lnTo>
                  <a:lnTo>
                    <a:pt x="326246" y="122353"/>
                  </a:lnTo>
                  <a:lnTo>
                    <a:pt x="407808" y="81569"/>
                  </a:lnTo>
                  <a:lnTo>
                    <a:pt x="509760" y="40784"/>
                  </a:lnTo>
                  <a:lnTo>
                    <a:pt x="632102" y="0"/>
                  </a:lnTo>
                  <a:lnTo>
                    <a:pt x="632102" y="0"/>
                  </a:lnTo>
                  <a:lnTo>
                    <a:pt x="917568" y="0"/>
                  </a:lnTo>
                  <a:close/>
                </a:path>
              </a:pathLst>
            </a:custGeom>
            <a:solidFill>
              <a:srgbClr val="0070C0">
                <a:alpha val="60000"/>
              </a:srgbClr>
            </a:solidFill>
            <a:ln w="9525">
              <a:solidFill>
                <a:srgbClr val="0070C0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623C207-0EC1-B090-D407-1AD2EDD263EB}"/>
                </a:ext>
              </a:extLst>
            </p:cNvPr>
            <p:cNvSpPr txBox="1"/>
            <p:nvPr/>
          </p:nvSpPr>
          <p:spPr>
            <a:xfrm>
              <a:off x="10267950" y="1677481"/>
              <a:ext cx="105189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Suits Quiet Pool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TOWER SUITES QUIET POOL , BAJA WF &amp; PRIVATE CABANA POOL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2818165-13E6-43CA-8C35-ECDAD6BA20F8}"/>
              </a:ext>
            </a:extLst>
          </p:cNvPr>
          <p:cNvCxnSpPr>
            <a:cxnSpLocks/>
          </p:cNvCxnSpPr>
          <p:nvPr/>
        </p:nvCxnSpPr>
        <p:spPr>
          <a:xfrm flipH="1" flipV="1">
            <a:off x="10025219" y="1956702"/>
            <a:ext cx="42569" cy="2118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E50FF-28E4-4092-BB2B-F01D51285AD2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A4651-5D6A-4A03-BEDC-886E254B369E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85174-21D2-495C-846E-7C4415F1EC43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46C44-77B9-4E45-8163-2F98240B52F7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071A1-6480-4E32-BF2D-904076FEDC39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CD353-F5CE-4D97-84A5-4ABA67E78855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sp>
        <p:nvSpPr>
          <p:cNvPr id="24" name="Water Feature Highlight 4">
            <a:extLst>
              <a:ext uri="{FF2B5EF4-FFF2-40B4-BE49-F238E27FC236}">
                <a16:creationId xmlns:a16="http://schemas.microsoft.com/office/drawing/2014/main" id="{AD667DB0-53ED-4D4D-83C5-386AF1A5DA30}"/>
              </a:ext>
            </a:extLst>
          </p:cNvPr>
          <p:cNvSpPr/>
          <p:nvPr/>
        </p:nvSpPr>
        <p:spPr>
          <a:xfrm>
            <a:off x="1206032" y="3504429"/>
            <a:ext cx="917568" cy="530197"/>
          </a:xfrm>
          <a:custGeom>
            <a:avLst/>
            <a:gdLst/>
            <a:ahLst/>
            <a:cxnLst/>
            <a:rect l="0" t="0" r="r" b="b"/>
            <a:pathLst>
              <a:path w="917568" h="530197">
                <a:moveTo>
                  <a:pt x="570931" y="0"/>
                </a:moveTo>
                <a:lnTo>
                  <a:pt x="570931" y="20392"/>
                </a:lnTo>
                <a:lnTo>
                  <a:pt x="570931" y="40785"/>
                </a:lnTo>
                <a:lnTo>
                  <a:pt x="632102" y="61177"/>
                </a:lnTo>
                <a:lnTo>
                  <a:pt x="652493" y="81569"/>
                </a:lnTo>
                <a:lnTo>
                  <a:pt x="693274" y="101961"/>
                </a:lnTo>
                <a:lnTo>
                  <a:pt x="713664" y="122353"/>
                </a:lnTo>
                <a:lnTo>
                  <a:pt x="734054" y="142746"/>
                </a:lnTo>
                <a:lnTo>
                  <a:pt x="734054" y="163138"/>
                </a:lnTo>
                <a:lnTo>
                  <a:pt x="734054" y="183530"/>
                </a:lnTo>
                <a:lnTo>
                  <a:pt x="734054" y="203922"/>
                </a:lnTo>
                <a:lnTo>
                  <a:pt x="754445" y="224314"/>
                </a:lnTo>
                <a:lnTo>
                  <a:pt x="754445" y="244707"/>
                </a:lnTo>
                <a:lnTo>
                  <a:pt x="774835" y="265099"/>
                </a:lnTo>
                <a:lnTo>
                  <a:pt x="795226" y="285491"/>
                </a:lnTo>
                <a:lnTo>
                  <a:pt x="856397" y="305883"/>
                </a:lnTo>
                <a:lnTo>
                  <a:pt x="856397" y="326275"/>
                </a:lnTo>
                <a:lnTo>
                  <a:pt x="856397" y="346668"/>
                </a:lnTo>
                <a:lnTo>
                  <a:pt x="856397" y="367060"/>
                </a:lnTo>
                <a:lnTo>
                  <a:pt x="795226" y="387452"/>
                </a:lnTo>
                <a:lnTo>
                  <a:pt x="774835" y="407844"/>
                </a:lnTo>
                <a:lnTo>
                  <a:pt x="774835" y="428236"/>
                </a:lnTo>
                <a:lnTo>
                  <a:pt x="774835" y="448629"/>
                </a:lnTo>
                <a:lnTo>
                  <a:pt x="917568" y="469021"/>
                </a:lnTo>
                <a:lnTo>
                  <a:pt x="917568" y="489413"/>
                </a:lnTo>
                <a:lnTo>
                  <a:pt x="917568" y="509805"/>
                </a:lnTo>
                <a:lnTo>
                  <a:pt x="815616" y="530197"/>
                </a:lnTo>
                <a:lnTo>
                  <a:pt x="815616" y="530197"/>
                </a:lnTo>
                <a:lnTo>
                  <a:pt x="774835" y="530197"/>
                </a:lnTo>
                <a:lnTo>
                  <a:pt x="489370" y="509805"/>
                </a:lnTo>
                <a:lnTo>
                  <a:pt x="387418" y="489413"/>
                </a:lnTo>
                <a:lnTo>
                  <a:pt x="326246" y="469021"/>
                </a:lnTo>
                <a:lnTo>
                  <a:pt x="265075" y="448629"/>
                </a:lnTo>
                <a:lnTo>
                  <a:pt x="224294" y="428236"/>
                </a:lnTo>
                <a:lnTo>
                  <a:pt x="163123" y="407844"/>
                </a:lnTo>
                <a:lnTo>
                  <a:pt x="142733" y="387452"/>
                </a:lnTo>
                <a:lnTo>
                  <a:pt x="122342" y="367060"/>
                </a:lnTo>
                <a:lnTo>
                  <a:pt x="122342" y="346668"/>
                </a:lnTo>
                <a:lnTo>
                  <a:pt x="122342" y="326275"/>
                </a:lnTo>
                <a:lnTo>
                  <a:pt x="122342" y="305883"/>
                </a:lnTo>
                <a:lnTo>
                  <a:pt x="122342" y="285491"/>
                </a:lnTo>
                <a:lnTo>
                  <a:pt x="122342" y="265099"/>
                </a:lnTo>
                <a:lnTo>
                  <a:pt x="101952" y="244707"/>
                </a:lnTo>
                <a:lnTo>
                  <a:pt x="81562" y="224314"/>
                </a:lnTo>
                <a:lnTo>
                  <a:pt x="81562" y="203922"/>
                </a:lnTo>
                <a:lnTo>
                  <a:pt x="61171" y="183530"/>
                </a:lnTo>
                <a:lnTo>
                  <a:pt x="20390" y="163138"/>
                </a:lnTo>
                <a:lnTo>
                  <a:pt x="0" y="142746"/>
                </a:lnTo>
                <a:lnTo>
                  <a:pt x="0" y="122353"/>
                </a:lnTo>
                <a:lnTo>
                  <a:pt x="224294" y="101961"/>
                </a:lnTo>
                <a:lnTo>
                  <a:pt x="224294" y="81569"/>
                </a:lnTo>
                <a:lnTo>
                  <a:pt x="224294" y="61177"/>
                </a:lnTo>
                <a:lnTo>
                  <a:pt x="265075" y="40785"/>
                </a:lnTo>
                <a:lnTo>
                  <a:pt x="407808" y="20392"/>
                </a:lnTo>
                <a:lnTo>
                  <a:pt x="489370" y="0"/>
                </a:lnTo>
                <a:lnTo>
                  <a:pt x="489370" y="0"/>
                </a:lnTo>
                <a:close/>
              </a:path>
            </a:pathLst>
          </a:custGeom>
          <a:solidFill>
            <a:srgbClr val="0070C0">
              <a:alpha val="60000"/>
            </a:srgbClr>
          </a:solidFill>
          <a:ln w="9525">
            <a:solidFill>
              <a:srgbClr val="0070C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017988-AB52-47DD-A58A-9F4568BA9489}"/>
              </a:ext>
            </a:extLst>
          </p:cNvPr>
          <p:cNvSpPr txBox="1"/>
          <p:nvPr/>
        </p:nvSpPr>
        <p:spPr>
          <a:xfrm>
            <a:off x="796327" y="3250513"/>
            <a:ext cx="13051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Private Cabana Pool 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BA344A6-C89D-4776-828C-5153DD546CFC}"/>
              </a:ext>
            </a:extLst>
          </p:cNvPr>
          <p:cNvSpPr/>
          <p:nvPr/>
        </p:nvSpPr>
        <p:spPr>
          <a:xfrm>
            <a:off x="3219313" y="3242391"/>
            <a:ext cx="549275" cy="415925"/>
          </a:xfrm>
          <a:custGeom>
            <a:avLst/>
            <a:gdLst>
              <a:gd name="csX0" fmla="*/ 0 w 549275"/>
              <a:gd name="csY0" fmla="*/ 180975 h 415925"/>
              <a:gd name="csX1" fmla="*/ 12700 w 549275"/>
              <a:gd name="csY1" fmla="*/ 95250 h 415925"/>
              <a:gd name="csX2" fmla="*/ 44450 w 549275"/>
              <a:gd name="csY2" fmla="*/ 57150 h 415925"/>
              <a:gd name="csX3" fmla="*/ 107950 w 549275"/>
              <a:gd name="csY3" fmla="*/ 19050 h 415925"/>
              <a:gd name="csX4" fmla="*/ 171450 w 549275"/>
              <a:gd name="csY4" fmla="*/ 6350 h 415925"/>
              <a:gd name="csX5" fmla="*/ 260350 w 549275"/>
              <a:gd name="csY5" fmla="*/ 0 h 415925"/>
              <a:gd name="csX6" fmla="*/ 342900 w 549275"/>
              <a:gd name="csY6" fmla="*/ 15875 h 415925"/>
              <a:gd name="csX7" fmla="*/ 422275 w 549275"/>
              <a:gd name="csY7" fmla="*/ 50800 h 415925"/>
              <a:gd name="csX8" fmla="*/ 476250 w 549275"/>
              <a:gd name="csY8" fmla="*/ 101600 h 415925"/>
              <a:gd name="csX9" fmla="*/ 514350 w 549275"/>
              <a:gd name="csY9" fmla="*/ 161925 h 415925"/>
              <a:gd name="csX10" fmla="*/ 549275 w 549275"/>
              <a:gd name="csY10" fmla="*/ 234950 h 415925"/>
              <a:gd name="csX11" fmla="*/ 542925 w 549275"/>
              <a:gd name="csY11" fmla="*/ 301625 h 415925"/>
              <a:gd name="csX12" fmla="*/ 508000 w 549275"/>
              <a:gd name="csY12" fmla="*/ 358775 h 415925"/>
              <a:gd name="csX13" fmla="*/ 425450 w 549275"/>
              <a:gd name="csY13" fmla="*/ 396875 h 415925"/>
              <a:gd name="csX14" fmla="*/ 339725 w 549275"/>
              <a:gd name="csY14" fmla="*/ 415925 h 415925"/>
              <a:gd name="csX15" fmla="*/ 219075 w 549275"/>
              <a:gd name="csY15" fmla="*/ 396875 h 415925"/>
              <a:gd name="csX16" fmla="*/ 123825 w 549275"/>
              <a:gd name="csY16" fmla="*/ 352425 h 415925"/>
              <a:gd name="csX17" fmla="*/ 41275 w 549275"/>
              <a:gd name="csY17" fmla="*/ 263525 h 415925"/>
              <a:gd name="csX18" fmla="*/ 0 w 549275"/>
              <a:gd name="csY18" fmla="*/ 180975 h 415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9275" h="415925">
                <a:moveTo>
                  <a:pt x="0" y="180975"/>
                </a:moveTo>
                <a:lnTo>
                  <a:pt x="12700" y="95250"/>
                </a:lnTo>
                <a:lnTo>
                  <a:pt x="44450" y="57150"/>
                </a:lnTo>
                <a:lnTo>
                  <a:pt x="107950" y="19050"/>
                </a:lnTo>
                <a:lnTo>
                  <a:pt x="171450" y="6350"/>
                </a:lnTo>
                <a:lnTo>
                  <a:pt x="260350" y="0"/>
                </a:lnTo>
                <a:lnTo>
                  <a:pt x="342900" y="15875"/>
                </a:lnTo>
                <a:lnTo>
                  <a:pt x="422275" y="50800"/>
                </a:lnTo>
                <a:lnTo>
                  <a:pt x="476250" y="101600"/>
                </a:lnTo>
                <a:lnTo>
                  <a:pt x="514350" y="161925"/>
                </a:lnTo>
                <a:lnTo>
                  <a:pt x="549275" y="234950"/>
                </a:lnTo>
                <a:lnTo>
                  <a:pt x="542925" y="301625"/>
                </a:lnTo>
                <a:lnTo>
                  <a:pt x="508000" y="358775"/>
                </a:lnTo>
                <a:lnTo>
                  <a:pt x="425450" y="396875"/>
                </a:lnTo>
                <a:lnTo>
                  <a:pt x="339725" y="415925"/>
                </a:lnTo>
                <a:lnTo>
                  <a:pt x="219075" y="396875"/>
                </a:lnTo>
                <a:lnTo>
                  <a:pt x="123825" y="352425"/>
                </a:lnTo>
                <a:lnTo>
                  <a:pt x="41275" y="263525"/>
                </a:lnTo>
                <a:lnTo>
                  <a:pt x="0" y="180975"/>
                </a:lnTo>
                <a:close/>
              </a:path>
            </a:pathLst>
          </a:custGeom>
          <a:solidFill>
            <a:srgbClr val="FFC000">
              <a:alpha val="60000"/>
            </a:srgbClr>
          </a:solidFill>
          <a:ln w="9525">
            <a:solidFill>
              <a:srgbClr val="FFC000"/>
            </a:solidFill>
          </a:ln>
        </p:spPr>
        <p:txBody>
          <a:bodyPr/>
          <a:lstStyle/>
          <a:p>
            <a:endParaRPr lang="en-US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115F786-BF14-4FCB-86F9-A49EF23F8B00}"/>
              </a:ext>
            </a:extLst>
          </p:cNvPr>
          <p:cNvCxnSpPr/>
          <p:nvPr/>
        </p:nvCxnSpPr>
        <p:spPr>
          <a:xfrm flipV="1">
            <a:off x="391282" y="3843742"/>
            <a:ext cx="814750" cy="3058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D6605B70-803A-4AF3-92A3-8820846DA816}"/>
              </a:ext>
            </a:extLst>
          </p:cNvPr>
          <p:cNvCxnSpPr>
            <a:cxnSpLocks/>
          </p:cNvCxnSpPr>
          <p:nvPr/>
        </p:nvCxnSpPr>
        <p:spPr>
          <a:xfrm rot="5400000">
            <a:off x="3179184" y="1817540"/>
            <a:ext cx="1653788" cy="1195914"/>
          </a:xfrm>
          <a:prstGeom prst="bentConnector3">
            <a:avLst>
              <a:gd name="adj1" fmla="val 137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C45AC80-4958-4374-A0AD-9A7A2CBBEEA9}"/>
              </a:ext>
            </a:extLst>
          </p:cNvPr>
          <p:cNvGraphicFramePr>
            <a:graphicFrameLocks noGrp="1"/>
          </p:cNvGraphicFramePr>
          <p:nvPr/>
        </p:nvGraphicFramePr>
        <p:xfrm>
          <a:off x="4279082" y="585724"/>
          <a:ext cx="4594300" cy="2878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818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65262">
                  <a:extLst>
                    <a:ext uri="{9D8B030D-6E8A-4147-A177-3AD203B41FA5}">
                      <a16:colId xmlns:a16="http://schemas.microsoft.com/office/drawing/2014/main" val="1936863643"/>
                    </a:ext>
                  </a:extLst>
                </a:gridCol>
                <a:gridCol w="565262">
                  <a:extLst>
                    <a:ext uri="{9D8B030D-6E8A-4147-A177-3AD203B41FA5}">
                      <a16:colId xmlns:a16="http://schemas.microsoft.com/office/drawing/2014/main" val="1549875482"/>
                    </a:ext>
                  </a:extLst>
                </a:gridCol>
                <a:gridCol w="565262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53848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53848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173244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972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197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783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76049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C01EE5A0-20EC-489C-AC23-EA9A18A8097B}"/>
              </a:ext>
            </a:extLst>
          </p:cNvPr>
          <p:cNvSpPr txBox="1"/>
          <p:nvPr/>
        </p:nvSpPr>
        <p:spPr>
          <a:xfrm>
            <a:off x="2620260" y="2991425"/>
            <a:ext cx="90619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Baja Water feature 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DCDE801-2D2B-45CD-917A-4820AB056886}"/>
              </a:ext>
            </a:extLst>
          </p:cNvPr>
          <p:cNvGraphicFramePr>
            <a:graphicFrameLocks noGrp="1"/>
          </p:cNvGraphicFramePr>
          <p:nvPr/>
        </p:nvGraphicFramePr>
        <p:xfrm>
          <a:off x="63383" y="3943498"/>
          <a:ext cx="4822271" cy="2902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78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93311">
                  <a:extLst>
                    <a:ext uri="{9D8B030D-6E8A-4147-A177-3AD203B41FA5}">
                      <a16:colId xmlns:a16="http://schemas.microsoft.com/office/drawing/2014/main" val="1023648370"/>
                    </a:ext>
                  </a:extLst>
                </a:gridCol>
                <a:gridCol w="593311">
                  <a:extLst>
                    <a:ext uri="{9D8B030D-6E8A-4147-A177-3AD203B41FA5}">
                      <a16:colId xmlns:a16="http://schemas.microsoft.com/office/drawing/2014/main" val="1470524006"/>
                    </a:ext>
                  </a:extLst>
                </a:gridCol>
                <a:gridCol w="593311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81330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81330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75015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1944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2065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485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1944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72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37210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2EA6757-5B82-4D39-BD56-25552840DC79}"/>
              </a:ext>
            </a:extLst>
          </p:cNvPr>
          <p:cNvGraphicFramePr>
            <a:graphicFrameLocks noGrp="1"/>
          </p:cNvGraphicFramePr>
          <p:nvPr/>
        </p:nvGraphicFramePr>
        <p:xfrm>
          <a:off x="7647709" y="3858434"/>
          <a:ext cx="4489762" cy="2947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70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52400">
                  <a:extLst>
                    <a:ext uri="{9D8B030D-6E8A-4147-A177-3AD203B41FA5}">
                      <a16:colId xmlns:a16="http://schemas.microsoft.com/office/drawing/2014/main" val="3789838450"/>
                    </a:ext>
                  </a:extLst>
                </a:gridCol>
                <a:gridCol w="552400">
                  <a:extLst>
                    <a:ext uri="{9D8B030D-6E8A-4147-A177-3AD203B41FA5}">
                      <a16:colId xmlns:a16="http://schemas.microsoft.com/office/drawing/2014/main" val="2782152930"/>
                    </a:ext>
                  </a:extLst>
                </a:gridCol>
                <a:gridCol w="552400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41246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41246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493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67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87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EE74504-A105-9F00-A669-5ACEC7E4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89" b="2211"/>
          <a:stretch>
            <a:fillRect/>
          </a:stretch>
        </p:blipFill>
        <p:spPr>
          <a:xfrm>
            <a:off x="675882" y="641422"/>
            <a:ext cx="10439912" cy="463996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TOWER SUITES QUIET POOL, TOWER SUITS ADULT POOL  &amp; BUNGALOW POOL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E50FF-28E4-4092-BB2B-F01D51285AD2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DA4651-5D6A-4A03-BEDC-886E254B369E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85174-21D2-495C-846E-7C4415F1EC43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46C44-77B9-4E45-8163-2F98240B52F7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071A1-6480-4E32-BF2D-904076FEDC39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CD353-F5CE-4D97-84A5-4ABA67E78855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3FD1199-A339-4070-A67B-6278AA6A7918}"/>
              </a:ext>
            </a:extLst>
          </p:cNvPr>
          <p:cNvSpPr/>
          <p:nvPr/>
        </p:nvSpPr>
        <p:spPr>
          <a:xfrm>
            <a:off x="7729401" y="2778047"/>
            <a:ext cx="550068" cy="366713"/>
          </a:xfrm>
          <a:custGeom>
            <a:avLst/>
            <a:gdLst>
              <a:gd name="csX0" fmla="*/ 504825 w 550068"/>
              <a:gd name="csY0" fmla="*/ 28575 h 366713"/>
              <a:gd name="csX1" fmla="*/ 535781 w 550068"/>
              <a:gd name="csY1" fmla="*/ 71438 h 366713"/>
              <a:gd name="csX2" fmla="*/ 550068 w 550068"/>
              <a:gd name="csY2" fmla="*/ 150019 h 366713"/>
              <a:gd name="csX3" fmla="*/ 516731 w 550068"/>
              <a:gd name="csY3" fmla="*/ 233363 h 366713"/>
              <a:gd name="csX4" fmla="*/ 488156 w 550068"/>
              <a:gd name="csY4" fmla="*/ 269082 h 366713"/>
              <a:gd name="csX5" fmla="*/ 419100 w 550068"/>
              <a:gd name="csY5" fmla="*/ 321469 h 366713"/>
              <a:gd name="csX6" fmla="*/ 328612 w 550068"/>
              <a:gd name="csY6" fmla="*/ 364332 h 366713"/>
              <a:gd name="csX7" fmla="*/ 314325 w 550068"/>
              <a:gd name="csY7" fmla="*/ 366713 h 366713"/>
              <a:gd name="csX8" fmla="*/ 283368 w 550068"/>
              <a:gd name="csY8" fmla="*/ 328613 h 366713"/>
              <a:gd name="csX9" fmla="*/ 235743 w 550068"/>
              <a:gd name="csY9" fmla="*/ 278607 h 366713"/>
              <a:gd name="csX10" fmla="*/ 190500 w 550068"/>
              <a:gd name="csY10" fmla="*/ 250032 h 366713"/>
              <a:gd name="csX11" fmla="*/ 223837 w 550068"/>
              <a:gd name="csY11" fmla="*/ 209550 h 366713"/>
              <a:gd name="csX12" fmla="*/ 247650 w 550068"/>
              <a:gd name="csY12" fmla="*/ 169069 h 366713"/>
              <a:gd name="csX13" fmla="*/ 233362 w 550068"/>
              <a:gd name="csY13" fmla="*/ 123825 h 366713"/>
              <a:gd name="csX14" fmla="*/ 164306 w 550068"/>
              <a:gd name="csY14" fmla="*/ 88107 h 366713"/>
              <a:gd name="csX15" fmla="*/ 100012 w 550068"/>
              <a:gd name="csY15" fmla="*/ 76200 h 366713"/>
              <a:gd name="csX16" fmla="*/ 26193 w 550068"/>
              <a:gd name="csY16" fmla="*/ 69057 h 366713"/>
              <a:gd name="csX17" fmla="*/ 0 w 550068"/>
              <a:gd name="csY17" fmla="*/ 69057 h 366713"/>
              <a:gd name="csX18" fmla="*/ 109537 w 550068"/>
              <a:gd name="csY18" fmla="*/ 35719 h 366713"/>
              <a:gd name="csX19" fmla="*/ 197643 w 550068"/>
              <a:gd name="csY19" fmla="*/ 11907 h 366713"/>
              <a:gd name="csX20" fmla="*/ 280987 w 550068"/>
              <a:gd name="csY20" fmla="*/ 0 h 366713"/>
              <a:gd name="csX21" fmla="*/ 385762 w 550068"/>
              <a:gd name="csY21" fmla="*/ 0 h 366713"/>
              <a:gd name="csX22" fmla="*/ 504825 w 550068"/>
              <a:gd name="csY22" fmla="*/ 28575 h 366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50068" h="366713">
                <a:moveTo>
                  <a:pt x="504825" y="28575"/>
                </a:moveTo>
                <a:lnTo>
                  <a:pt x="535781" y="71438"/>
                </a:lnTo>
                <a:lnTo>
                  <a:pt x="550068" y="150019"/>
                </a:lnTo>
                <a:lnTo>
                  <a:pt x="516731" y="233363"/>
                </a:lnTo>
                <a:lnTo>
                  <a:pt x="488156" y="269082"/>
                </a:lnTo>
                <a:lnTo>
                  <a:pt x="419100" y="321469"/>
                </a:lnTo>
                <a:lnTo>
                  <a:pt x="328612" y="364332"/>
                </a:lnTo>
                <a:lnTo>
                  <a:pt x="314325" y="366713"/>
                </a:lnTo>
                <a:lnTo>
                  <a:pt x="283368" y="328613"/>
                </a:lnTo>
                <a:lnTo>
                  <a:pt x="235743" y="278607"/>
                </a:lnTo>
                <a:lnTo>
                  <a:pt x="190500" y="250032"/>
                </a:lnTo>
                <a:lnTo>
                  <a:pt x="223837" y="209550"/>
                </a:lnTo>
                <a:lnTo>
                  <a:pt x="247650" y="169069"/>
                </a:lnTo>
                <a:lnTo>
                  <a:pt x="233362" y="123825"/>
                </a:lnTo>
                <a:lnTo>
                  <a:pt x="164306" y="88107"/>
                </a:lnTo>
                <a:lnTo>
                  <a:pt x="100012" y="76200"/>
                </a:lnTo>
                <a:lnTo>
                  <a:pt x="26193" y="69057"/>
                </a:lnTo>
                <a:lnTo>
                  <a:pt x="0" y="69057"/>
                </a:lnTo>
                <a:lnTo>
                  <a:pt x="109537" y="35719"/>
                </a:lnTo>
                <a:lnTo>
                  <a:pt x="197643" y="11907"/>
                </a:lnTo>
                <a:lnTo>
                  <a:pt x="280987" y="0"/>
                </a:lnTo>
                <a:lnTo>
                  <a:pt x="385762" y="0"/>
                </a:lnTo>
                <a:lnTo>
                  <a:pt x="504825" y="28575"/>
                </a:lnTo>
                <a:close/>
              </a:path>
            </a:pathLst>
          </a:custGeom>
          <a:solidFill>
            <a:srgbClr val="0070C0">
              <a:alpha val="60000"/>
            </a:srgbClr>
          </a:solidFill>
          <a:ln w="9525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25DD00-C230-456C-BC3C-1EDCA17BD46B}"/>
              </a:ext>
            </a:extLst>
          </p:cNvPr>
          <p:cNvSpPr txBox="1"/>
          <p:nvPr/>
        </p:nvSpPr>
        <p:spPr>
          <a:xfrm>
            <a:off x="7410248" y="2590934"/>
            <a:ext cx="10422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Suits Adult Pool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F45D80-3FFE-49F2-AEA2-2A76F419EE62}"/>
              </a:ext>
            </a:extLst>
          </p:cNvPr>
          <p:cNvSpPr/>
          <p:nvPr/>
        </p:nvSpPr>
        <p:spPr>
          <a:xfrm rot="19583597">
            <a:off x="417133" y="2753983"/>
            <a:ext cx="366425" cy="781555"/>
          </a:xfrm>
          <a:prstGeom prst="rect">
            <a:avLst/>
          </a:prstGeom>
          <a:solidFill>
            <a:srgbClr val="0070C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6BB5CF-B811-4B93-90BF-891D5C37D7B6}"/>
              </a:ext>
            </a:extLst>
          </p:cNvPr>
          <p:cNvSpPr txBox="1"/>
          <p:nvPr/>
        </p:nvSpPr>
        <p:spPr>
          <a:xfrm>
            <a:off x="-20569" y="2479306"/>
            <a:ext cx="10967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Bungalow pool 3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78B11641-99B6-48B7-ABE7-282CFD0D7D3C}"/>
              </a:ext>
            </a:extLst>
          </p:cNvPr>
          <p:cNvGraphicFramePr>
            <a:graphicFrameLocks noGrp="1"/>
          </p:cNvGraphicFramePr>
          <p:nvPr/>
        </p:nvGraphicFramePr>
        <p:xfrm>
          <a:off x="0" y="3930567"/>
          <a:ext cx="4789579" cy="2947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37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89288">
                  <a:extLst>
                    <a:ext uri="{9D8B030D-6E8A-4147-A177-3AD203B41FA5}">
                      <a16:colId xmlns:a16="http://schemas.microsoft.com/office/drawing/2014/main" val="1059012496"/>
                    </a:ext>
                  </a:extLst>
                </a:gridCol>
                <a:gridCol w="589288">
                  <a:extLst>
                    <a:ext uri="{9D8B030D-6E8A-4147-A177-3AD203B41FA5}">
                      <a16:colId xmlns:a16="http://schemas.microsoft.com/office/drawing/2014/main" val="4004072344"/>
                    </a:ext>
                  </a:extLst>
                </a:gridCol>
                <a:gridCol w="589288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77389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77389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52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40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9193"/>
                  </a:ext>
                </a:extLst>
              </a:tr>
            </a:tbl>
          </a:graphicData>
        </a:graphic>
      </p:graphicFrame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E3EEB58-9B9C-42E6-A306-395158883432}"/>
              </a:ext>
            </a:extLst>
          </p:cNvPr>
          <p:cNvCxnSpPr>
            <a:cxnSpLocks/>
            <a:endCxn id="41" idx="0"/>
          </p:cNvCxnSpPr>
          <p:nvPr/>
        </p:nvCxnSpPr>
        <p:spPr>
          <a:xfrm rot="10800000">
            <a:off x="7931385" y="2590935"/>
            <a:ext cx="2307992" cy="1337201"/>
          </a:xfrm>
          <a:prstGeom prst="bentConnector4">
            <a:avLst>
              <a:gd name="adj1" fmla="val 38710"/>
              <a:gd name="adj2" fmla="val 1170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6C3C27-83F8-49B2-B920-9F7E2A05F127}"/>
              </a:ext>
            </a:extLst>
          </p:cNvPr>
          <p:cNvCxnSpPr>
            <a:cxnSpLocks/>
            <a:endCxn id="36" idx="2"/>
          </p:cNvCxnSpPr>
          <p:nvPr/>
        </p:nvCxnSpPr>
        <p:spPr>
          <a:xfrm flipH="1" flipV="1">
            <a:off x="816637" y="3470222"/>
            <a:ext cx="404623" cy="600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9324EF2-979B-4AB3-90CE-BB07AE2F354E}"/>
              </a:ext>
            </a:extLst>
          </p:cNvPr>
          <p:cNvGraphicFramePr>
            <a:graphicFrameLocks noGrp="1"/>
          </p:cNvGraphicFramePr>
          <p:nvPr/>
        </p:nvGraphicFramePr>
        <p:xfrm>
          <a:off x="7111475" y="3777741"/>
          <a:ext cx="4906254" cy="3007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415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603643">
                  <a:extLst>
                    <a:ext uri="{9D8B030D-6E8A-4147-A177-3AD203B41FA5}">
                      <a16:colId xmlns:a16="http://schemas.microsoft.com/office/drawing/2014/main" val="3602952477"/>
                    </a:ext>
                  </a:extLst>
                </a:gridCol>
                <a:gridCol w="603643">
                  <a:extLst>
                    <a:ext uri="{9D8B030D-6E8A-4147-A177-3AD203B41FA5}">
                      <a16:colId xmlns:a16="http://schemas.microsoft.com/office/drawing/2014/main" val="137859140"/>
                    </a:ext>
                  </a:extLst>
                </a:gridCol>
                <a:gridCol w="603643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91455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91455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437615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407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733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1134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819919"/>
                  </a:ext>
                </a:extLst>
              </a:tr>
            </a:tbl>
          </a:graphicData>
        </a:graphic>
      </p:graphicFrame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F890312-DCA4-4E16-93FE-1D8BE5243DF6}"/>
              </a:ext>
            </a:extLst>
          </p:cNvPr>
          <p:cNvSpPr/>
          <p:nvPr/>
        </p:nvSpPr>
        <p:spPr>
          <a:xfrm>
            <a:off x="783294" y="2206547"/>
            <a:ext cx="973932" cy="345282"/>
          </a:xfrm>
          <a:custGeom>
            <a:avLst/>
            <a:gdLst>
              <a:gd name="csX0" fmla="*/ 2382 w 973932"/>
              <a:gd name="csY0" fmla="*/ 288132 h 345282"/>
              <a:gd name="csX1" fmla="*/ 54769 w 973932"/>
              <a:gd name="csY1" fmla="*/ 288132 h 345282"/>
              <a:gd name="csX2" fmla="*/ 109538 w 973932"/>
              <a:gd name="csY2" fmla="*/ 300038 h 345282"/>
              <a:gd name="csX3" fmla="*/ 147638 w 973932"/>
              <a:gd name="csY3" fmla="*/ 300038 h 345282"/>
              <a:gd name="csX4" fmla="*/ 204788 w 973932"/>
              <a:gd name="csY4" fmla="*/ 328613 h 345282"/>
              <a:gd name="csX5" fmla="*/ 204788 w 973932"/>
              <a:gd name="csY5" fmla="*/ 328613 h 345282"/>
              <a:gd name="csX6" fmla="*/ 271463 w 973932"/>
              <a:gd name="csY6" fmla="*/ 333375 h 345282"/>
              <a:gd name="csX7" fmla="*/ 321469 w 973932"/>
              <a:gd name="csY7" fmla="*/ 330994 h 345282"/>
              <a:gd name="csX8" fmla="*/ 347663 w 973932"/>
              <a:gd name="csY8" fmla="*/ 328613 h 345282"/>
              <a:gd name="csX9" fmla="*/ 414338 w 973932"/>
              <a:gd name="csY9" fmla="*/ 309563 h 345282"/>
              <a:gd name="csX10" fmla="*/ 459582 w 973932"/>
              <a:gd name="csY10" fmla="*/ 302419 h 345282"/>
              <a:gd name="csX11" fmla="*/ 481013 w 973932"/>
              <a:gd name="csY11" fmla="*/ 290513 h 345282"/>
              <a:gd name="csX12" fmla="*/ 531019 w 973932"/>
              <a:gd name="csY12" fmla="*/ 269082 h 345282"/>
              <a:gd name="csX13" fmla="*/ 600075 w 973932"/>
              <a:gd name="csY13" fmla="*/ 278607 h 345282"/>
              <a:gd name="csX14" fmla="*/ 659607 w 973932"/>
              <a:gd name="csY14" fmla="*/ 302419 h 345282"/>
              <a:gd name="csX15" fmla="*/ 690563 w 973932"/>
              <a:gd name="csY15" fmla="*/ 300038 h 345282"/>
              <a:gd name="csX16" fmla="*/ 747713 w 973932"/>
              <a:gd name="csY16" fmla="*/ 290513 h 345282"/>
              <a:gd name="csX17" fmla="*/ 778669 w 973932"/>
              <a:gd name="csY17" fmla="*/ 290513 h 345282"/>
              <a:gd name="csX18" fmla="*/ 804863 w 973932"/>
              <a:gd name="csY18" fmla="*/ 295275 h 345282"/>
              <a:gd name="csX19" fmla="*/ 812007 w 973932"/>
              <a:gd name="csY19" fmla="*/ 319088 h 345282"/>
              <a:gd name="csX20" fmla="*/ 840582 w 973932"/>
              <a:gd name="csY20" fmla="*/ 338138 h 345282"/>
              <a:gd name="csX21" fmla="*/ 890588 w 973932"/>
              <a:gd name="csY21" fmla="*/ 345282 h 345282"/>
              <a:gd name="csX22" fmla="*/ 964407 w 973932"/>
              <a:gd name="csY22" fmla="*/ 326232 h 345282"/>
              <a:gd name="csX23" fmla="*/ 973932 w 973932"/>
              <a:gd name="csY23" fmla="*/ 290513 h 345282"/>
              <a:gd name="csX24" fmla="*/ 950119 w 973932"/>
              <a:gd name="csY24" fmla="*/ 250032 h 345282"/>
              <a:gd name="csX25" fmla="*/ 883444 w 973932"/>
              <a:gd name="csY25" fmla="*/ 219075 h 345282"/>
              <a:gd name="csX26" fmla="*/ 812007 w 973932"/>
              <a:gd name="csY26" fmla="*/ 207169 h 345282"/>
              <a:gd name="csX27" fmla="*/ 733425 w 973932"/>
              <a:gd name="csY27" fmla="*/ 180975 h 345282"/>
              <a:gd name="csX28" fmla="*/ 685800 w 973932"/>
              <a:gd name="csY28" fmla="*/ 147638 h 345282"/>
              <a:gd name="csX29" fmla="*/ 638175 w 973932"/>
              <a:gd name="csY29" fmla="*/ 166688 h 345282"/>
              <a:gd name="csX30" fmla="*/ 557213 w 973932"/>
              <a:gd name="csY30" fmla="*/ 133350 h 345282"/>
              <a:gd name="csX31" fmla="*/ 559594 w 973932"/>
              <a:gd name="csY31" fmla="*/ 88107 h 345282"/>
              <a:gd name="csX32" fmla="*/ 531019 w 973932"/>
              <a:gd name="csY32" fmla="*/ 47625 h 345282"/>
              <a:gd name="csX33" fmla="*/ 483394 w 973932"/>
              <a:gd name="csY33" fmla="*/ 14288 h 345282"/>
              <a:gd name="csX34" fmla="*/ 450057 w 973932"/>
              <a:gd name="csY34" fmla="*/ 0 h 345282"/>
              <a:gd name="csX35" fmla="*/ 314325 w 973932"/>
              <a:gd name="csY35" fmla="*/ 57150 h 345282"/>
              <a:gd name="csX36" fmla="*/ 295275 w 973932"/>
              <a:gd name="csY36" fmla="*/ 23813 h 345282"/>
              <a:gd name="csX37" fmla="*/ 52388 w 973932"/>
              <a:gd name="csY37" fmla="*/ 152400 h 345282"/>
              <a:gd name="csX38" fmla="*/ 0 w 973932"/>
              <a:gd name="csY38" fmla="*/ 157163 h 345282"/>
              <a:gd name="csX39" fmla="*/ 2382 w 973932"/>
              <a:gd name="csY39" fmla="*/ 288132 h 345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973932" h="345282">
                <a:moveTo>
                  <a:pt x="2382" y="288132"/>
                </a:moveTo>
                <a:lnTo>
                  <a:pt x="54769" y="288132"/>
                </a:lnTo>
                <a:lnTo>
                  <a:pt x="109538" y="300038"/>
                </a:lnTo>
                <a:lnTo>
                  <a:pt x="147638" y="300038"/>
                </a:lnTo>
                <a:lnTo>
                  <a:pt x="204788" y="328613"/>
                </a:lnTo>
                <a:lnTo>
                  <a:pt x="204788" y="328613"/>
                </a:lnTo>
                <a:lnTo>
                  <a:pt x="271463" y="333375"/>
                </a:lnTo>
                <a:lnTo>
                  <a:pt x="321469" y="330994"/>
                </a:lnTo>
                <a:lnTo>
                  <a:pt x="347663" y="328613"/>
                </a:lnTo>
                <a:lnTo>
                  <a:pt x="414338" y="309563"/>
                </a:lnTo>
                <a:lnTo>
                  <a:pt x="459582" y="302419"/>
                </a:lnTo>
                <a:lnTo>
                  <a:pt x="481013" y="290513"/>
                </a:lnTo>
                <a:lnTo>
                  <a:pt x="531019" y="269082"/>
                </a:lnTo>
                <a:lnTo>
                  <a:pt x="600075" y="278607"/>
                </a:lnTo>
                <a:lnTo>
                  <a:pt x="659607" y="302419"/>
                </a:lnTo>
                <a:lnTo>
                  <a:pt x="690563" y="300038"/>
                </a:lnTo>
                <a:lnTo>
                  <a:pt x="747713" y="290513"/>
                </a:lnTo>
                <a:lnTo>
                  <a:pt x="778669" y="290513"/>
                </a:lnTo>
                <a:lnTo>
                  <a:pt x="804863" y="295275"/>
                </a:lnTo>
                <a:lnTo>
                  <a:pt x="812007" y="319088"/>
                </a:lnTo>
                <a:lnTo>
                  <a:pt x="840582" y="338138"/>
                </a:lnTo>
                <a:lnTo>
                  <a:pt x="890588" y="345282"/>
                </a:lnTo>
                <a:lnTo>
                  <a:pt x="964407" y="326232"/>
                </a:lnTo>
                <a:lnTo>
                  <a:pt x="973932" y="290513"/>
                </a:lnTo>
                <a:lnTo>
                  <a:pt x="950119" y="250032"/>
                </a:lnTo>
                <a:lnTo>
                  <a:pt x="883444" y="219075"/>
                </a:lnTo>
                <a:lnTo>
                  <a:pt x="812007" y="207169"/>
                </a:lnTo>
                <a:lnTo>
                  <a:pt x="733425" y="180975"/>
                </a:lnTo>
                <a:lnTo>
                  <a:pt x="685800" y="147638"/>
                </a:lnTo>
                <a:lnTo>
                  <a:pt x="638175" y="166688"/>
                </a:lnTo>
                <a:lnTo>
                  <a:pt x="557213" y="133350"/>
                </a:lnTo>
                <a:lnTo>
                  <a:pt x="559594" y="88107"/>
                </a:lnTo>
                <a:lnTo>
                  <a:pt x="531019" y="47625"/>
                </a:lnTo>
                <a:lnTo>
                  <a:pt x="483394" y="14288"/>
                </a:lnTo>
                <a:lnTo>
                  <a:pt x="450057" y="0"/>
                </a:lnTo>
                <a:lnTo>
                  <a:pt x="314325" y="57150"/>
                </a:lnTo>
                <a:lnTo>
                  <a:pt x="295275" y="23813"/>
                </a:lnTo>
                <a:lnTo>
                  <a:pt x="52388" y="152400"/>
                </a:lnTo>
                <a:lnTo>
                  <a:pt x="0" y="157163"/>
                </a:lnTo>
                <a:lnTo>
                  <a:pt x="2382" y="288132"/>
                </a:lnTo>
                <a:close/>
              </a:path>
            </a:pathLst>
          </a:custGeom>
          <a:solidFill>
            <a:srgbClr val="0070C0">
              <a:alpha val="60000"/>
            </a:srgbClr>
          </a:solidFill>
          <a:ln w="9525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1E34C1-EF36-4766-935C-C3C31FCD5ECB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825696" y="1967567"/>
            <a:ext cx="2111622" cy="476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AABF774-53E0-4497-B696-6147DE1E4001}"/>
              </a:ext>
            </a:extLst>
          </p:cNvPr>
          <p:cNvGraphicFramePr>
            <a:graphicFrameLocks noGrp="1"/>
          </p:cNvGraphicFramePr>
          <p:nvPr/>
        </p:nvGraphicFramePr>
        <p:xfrm>
          <a:off x="2937318" y="547356"/>
          <a:ext cx="4815305" cy="284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966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92453">
                  <a:extLst>
                    <a:ext uri="{9D8B030D-6E8A-4147-A177-3AD203B41FA5}">
                      <a16:colId xmlns:a16="http://schemas.microsoft.com/office/drawing/2014/main" val="1568605227"/>
                    </a:ext>
                  </a:extLst>
                </a:gridCol>
                <a:gridCol w="592453">
                  <a:extLst>
                    <a:ext uri="{9D8B030D-6E8A-4147-A177-3AD203B41FA5}">
                      <a16:colId xmlns:a16="http://schemas.microsoft.com/office/drawing/2014/main" val="4208791162"/>
                    </a:ext>
                  </a:extLst>
                </a:gridCol>
                <a:gridCol w="592453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80490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80490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401007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56383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16F99B5-6DDA-4069-BC14-3B48B24EBEDF}"/>
              </a:ext>
            </a:extLst>
          </p:cNvPr>
          <p:cNvSpPr txBox="1"/>
          <p:nvPr/>
        </p:nvSpPr>
        <p:spPr>
          <a:xfrm>
            <a:off x="344516" y="1962657"/>
            <a:ext cx="6479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KIDS WF</a:t>
            </a:r>
          </a:p>
        </p:txBody>
      </p:sp>
    </p:spTree>
    <p:extLst>
      <p:ext uri="{BB962C8B-B14F-4D97-AF65-F5344CB8AC3E}">
        <p14:creationId xmlns:p14="http://schemas.microsoft.com/office/powerpoint/2010/main" val="355266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F46A9E1-20EB-A087-98BC-EC5E92711F0B}"/>
              </a:ext>
            </a:extLst>
          </p:cNvPr>
          <p:cNvGrpSpPr/>
          <p:nvPr/>
        </p:nvGrpSpPr>
        <p:grpSpPr>
          <a:xfrm>
            <a:off x="675882" y="612204"/>
            <a:ext cx="10439912" cy="4893877"/>
            <a:chOff x="876044" y="617838"/>
            <a:chExt cx="10439912" cy="489387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E74504-A105-9F00-A669-5ACEC7E4D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389" b="2211"/>
            <a:stretch>
              <a:fillRect/>
            </a:stretch>
          </p:blipFill>
          <p:spPr>
            <a:xfrm>
              <a:off x="876044" y="617838"/>
              <a:ext cx="10439912" cy="4639961"/>
            </a:xfrm>
            <a:prstGeom prst="rect">
              <a:avLst/>
            </a:prstGeom>
          </p:spPr>
        </p:pic>
        <p:sp>
          <p:nvSpPr>
            <p:cNvPr id="22" name="Water Feature Highlight 2">
              <a:extLst>
                <a:ext uri="{FF2B5EF4-FFF2-40B4-BE49-F238E27FC236}">
                  <a16:creationId xmlns:a16="http://schemas.microsoft.com/office/drawing/2014/main" id="{8113ECBF-711C-E3CE-6033-49E0AEB4DE2B}"/>
                </a:ext>
              </a:extLst>
            </p:cNvPr>
            <p:cNvSpPr/>
            <p:nvPr/>
          </p:nvSpPr>
          <p:spPr>
            <a:xfrm>
              <a:off x="6095986" y="3815946"/>
              <a:ext cx="1101082" cy="815688"/>
            </a:xfrm>
            <a:custGeom>
              <a:avLst/>
              <a:gdLst/>
              <a:ahLst/>
              <a:cxnLst/>
              <a:rect l="0" t="0" r="r" b="b"/>
              <a:pathLst>
                <a:path w="1101082" h="815688">
                  <a:moveTo>
                    <a:pt x="570931" y="0"/>
                  </a:moveTo>
                  <a:lnTo>
                    <a:pt x="734054" y="40785"/>
                  </a:lnTo>
                  <a:lnTo>
                    <a:pt x="774835" y="81569"/>
                  </a:lnTo>
                  <a:lnTo>
                    <a:pt x="754445" y="122353"/>
                  </a:lnTo>
                  <a:lnTo>
                    <a:pt x="754445" y="163138"/>
                  </a:lnTo>
                  <a:lnTo>
                    <a:pt x="713664" y="203922"/>
                  </a:lnTo>
                  <a:lnTo>
                    <a:pt x="897178" y="244707"/>
                  </a:lnTo>
                  <a:lnTo>
                    <a:pt x="917568" y="285491"/>
                  </a:lnTo>
                  <a:lnTo>
                    <a:pt x="917568" y="326275"/>
                  </a:lnTo>
                  <a:lnTo>
                    <a:pt x="917568" y="367060"/>
                  </a:lnTo>
                  <a:lnTo>
                    <a:pt x="1039910" y="407844"/>
                  </a:lnTo>
                  <a:lnTo>
                    <a:pt x="1080691" y="448629"/>
                  </a:lnTo>
                  <a:lnTo>
                    <a:pt x="1101082" y="489413"/>
                  </a:lnTo>
                  <a:lnTo>
                    <a:pt x="1101082" y="530197"/>
                  </a:lnTo>
                  <a:lnTo>
                    <a:pt x="1101082" y="570982"/>
                  </a:lnTo>
                  <a:lnTo>
                    <a:pt x="1080691" y="611766"/>
                  </a:lnTo>
                  <a:lnTo>
                    <a:pt x="1080691" y="652551"/>
                  </a:lnTo>
                  <a:lnTo>
                    <a:pt x="1039910" y="693335"/>
                  </a:lnTo>
                  <a:lnTo>
                    <a:pt x="958349" y="734119"/>
                  </a:lnTo>
                  <a:lnTo>
                    <a:pt x="652493" y="774904"/>
                  </a:lnTo>
                  <a:lnTo>
                    <a:pt x="611712" y="815688"/>
                  </a:lnTo>
                  <a:lnTo>
                    <a:pt x="611712" y="815688"/>
                  </a:lnTo>
                  <a:lnTo>
                    <a:pt x="367027" y="815688"/>
                  </a:lnTo>
                  <a:lnTo>
                    <a:pt x="367027" y="774904"/>
                  </a:lnTo>
                  <a:lnTo>
                    <a:pt x="244685" y="734119"/>
                  </a:lnTo>
                  <a:lnTo>
                    <a:pt x="183514" y="693335"/>
                  </a:lnTo>
                  <a:lnTo>
                    <a:pt x="163123" y="652551"/>
                  </a:lnTo>
                  <a:lnTo>
                    <a:pt x="163123" y="611766"/>
                  </a:lnTo>
                  <a:lnTo>
                    <a:pt x="203904" y="570982"/>
                  </a:lnTo>
                  <a:lnTo>
                    <a:pt x="183514" y="530197"/>
                  </a:lnTo>
                  <a:lnTo>
                    <a:pt x="101952" y="489413"/>
                  </a:lnTo>
                  <a:lnTo>
                    <a:pt x="81562" y="448629"/>
                  </a:lnTo>
                  <a:lnTo>
                    <a:pt x="81562" y="407844"/>
                  </a:lnTo>
                  <a:lnTo>
                    <a:pt x="101952" y="367060"/>
                  </a:lnTo>
                  <a:lnTo>
                    <a:pt x="101952" y="326275"/>
                  </a:lnTo>
                  <a:lnTo>
                    <a:pt x="40781" y="285491"/>
                  </a:lnTo>
                  <a:lnTo>
                    <a:pt x="0" y="244707"/>
                  </a:lnTo>
                  <a:lnTo>
                    <a:pt x="0" y="203922"/>
                  </a:lnTo>
                  <a:lnTo>
                    <a:pt x="20390" y="163138"/>
                  </a:lnTo>
                  <a:lnTo>
                    <a:pt x="81562" y="122353"/>
                  </a:lnTo>
                  <a:lnTo>
                    <a:pt x="81562" y="81569"/>
                  </a:lnTo>
                  <a:lnTo>
                    <a:pt x="163123" y="40785"/>
                  </a:lnTo>
                  <a:lnTo>
                    <a:pt x="285466" y="0"/>
                  </a:lnTo>
                  <a:lnTo>
                    <a:pt x="285466" y="0"/>
                  </a:lnTo>
                  <a:close/>
                </a:path>
              </a:pathLst>
            </a:custGeom>
            <a:solidFill>
              <a:srgbClr val="0070C0">
                <a:alpha val="60000"/>
              </a:srgbClr>
            </a:solidFill>
            <a:ln w="9525">
              <a:solidFill>
                <a:srgbClr val="0070C0"/>
              </a:solidFill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2" name="Water Feature Highlight 7">
              <a:extLst>
                <a:ext uri="{FF2B5EF4-FFF2-40B4-BE49-F238E27FC236}">
                  <a16:creationId xmlns:a16="http://schemas.microsoft.com/office/drawing/2014/main" id="{99800D11-171E-4709-0EA8-6218D5FAD608}"/>
                </a:ext>
              </a:extLst>
            </p:cNvPr>
            <p:cNvSpPr/>
            <p:nvPr/>
          </p:nvSpPr>
          <p:spPr>
            <a:xfrm>
              <a:off x="6483404" y="4529673"/>
              <a:ext cx="1284595" cy="713727"/>
            </a:xfrm>
            <a:custGeom>
              <a:avLst/>
              <a:gdLst/>
              <a:ahLst/>
              <a:cxnLst/>
              <a:rect l="0" t="0" r="r" b="b"/>
              <a:pathLst>
                <a:path w="1284595" h="713727">
                  <a:moveTo>
                    <a:pt x="774835" y="0"/>
                  </a:moveTo>
                  <a:lnTo>
                    <a:pt x="795225" y="40785"/>
                  </a:lnTo>
                  <a:lnTo>
                    <a:pt x="958348" y="81569"/>
                  </a:lnTo>
                  <a:lnTo>
                    <a:pt x="1019520" y="122353"/>
                  </a:lnTo>
                  <a:lnTo>
                    <a:pt x="1019520" y="163138"/>
                  </a:lnTo>
                  <a:lnTo>
                    <a:pt x="1019520" y="203922"/>
                  </a:lnTo>
                  <a:lnTo>
                    <a:pt x="958348" y="244707"/>
                  </a:lnTo>
                  <a:lnTo>
                    <a:pt x="1223424" y="285491"/>
                  </a:lnTo>
                  <a:lnTo>
                    <a:pt x="1284595" y="326275"/>
                  </a:lnTo>
                  <a:lnTo>
                    <a:pt x="1284595" y="367060"/>
                  </a:lnTo>
                  <a:lnTo>
                    <a:pt x="1284595" y="407844"/>
                  </a:lnTo>
                  <a:lnTo>
                    <a:pt x="1264204" y="448629"/>
                  </a:lnTo>
                  <a:lnTo>
                    <a:pt x="1223424" y="489413"/>
                  </a:lnTo>
                  <a:lnTo>
                    <a:pt x="734054" y="530197"/>
                  </a:lnTo>
                  <a:lnTo>
                    <a:pt x="570931" y="570982"/>
                  </a:lnTo>
                  <a:lnTo>
                    <a:pt x="468979" y="611766"/>
                  </a:lnTo>
                  <a:lnTo>
                    <a:pt x="367027" y="652551"/>
                  </a:lnTo>
                  <a:lnTo>
                    <a:pt x="265075" y="693335"/>
                  </a:lnTo>
                  <a:lnTo>
                    <a:pt x="142732" y="713727"/>
                  </a:lnTo>
                  <a:lnTo>
                    <a:pt x="40780" y="713727"/>
                  </a:lnTo>
                  <a:lnTo>
                    <a:pt x="20390" y="672943"/>
                  </a:lnTo>
                  <a:lnTo>
                    <a:pt x="20390" y="632158"/>
                  </a:lnTo>
                  <a:lnTo>
                    <a:pt x="40780" y="591374"/>
                  </a:lnTo>
                  <a:lnTo>
                    <a:pt x="40780" y="550590"/>
                  </a:lnTo>
                  <a:lnTo>
                    <a:pt x="61171" y="509805"/>
                  </a:lnTo>
                  <a:lnTo>
                    <a:pt x="163123" y="469021"/>
                  </a:lnTo>
                  <a:lnTo>
                    <a:pt x="40780" y="428236"/>
                  </a:lnTo>
                  <a:lnTo>
                    <a:pt x="0" y="387452"/>
                  </a:lnTo>
                  <a:lnTo>
                    <a:pt x="0" y="346668"/>
                  </a:lnTo>
                  <a:lnTo>
                    <a:pt x="0" y="305883"/>
                  </a:lnTo>
                  <a:lnTo>
                    <a:pt x="0" y="265099"/>
                  </a:lnTo>
                  <a:lnTo>
                    <a:pt x="40780" y="224314"/>
                  </a:lnTo>
                  <a:lnTo>
                    <a:pt x="40780" y="183530"/>
                  </a:lnTo>
                  <a:lnTo>
                    <a:pt x="203904" y="142746"/>
                  </a:lnTo>
                  <a:lnTo>
                    <a:pt x="468979" y="101961"/>
                  </a:lnTo>
                  <a:lnTo>
                    <a:pt x="611712" y="61177"/>
                  </a:lnTo>
                  <a:lnTo>
                    <a:pt x="713664" y="20392"/>
                  </a:lnTo>
                  <a:lnTo>
                    <a:pt x="754444" y="0"/>
                  </a:lnTo>
                  <a:close/>
                </a:path>
              </a:pathLst>
            </a:custGeom>
            <a:solidFill>
              <a:srgbClr val="0070C0">
                <a:alpha val="60000"/>
              </a:srgbClr>
            </a:solidFill>
            <a:ln w="9525">
              <a:solidFill>
                <a:srgbClr val="0070C0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1BA51CD-0AC1-FE34-8316-345CA70B1483}"/>
                </a:ext>
              </a:extLst>
            </p:cNvPr>
            <p:cNvSpPr txBox="1"/>
            <p:nvPr/>
          </p:nvSpPr>
          <p:spPr>
            <a:xfrm>
              <a:off x="6251395" y="5257799"/>
              <a:ext cx="72648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50"/>
              </a:lvl1pPr>
            </a:lstStyle>
            <a:p>
              <a:r>
                <a:rPr lang="en-US" dirty="0"/>
                <a:t>Lobby WF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LOBBY WATER FEATURE, KIDS WATER FEATURE &amp; BUNGALOW POOL 1 &amp; 2 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B2A93E7-FB51-B54F-A750-60E3635203AB}"/>
              </a:ext>
            </a:extLst>
          </p:cNvPr>
          <p:cNvCxnSpPr>
            <a:cxnSpLocks/>
          </p:cNvCxnSpPr>
          <p:nvPr/>
        </p:nvCxnSpPr>
        <p:spPr>
          <a:xfrm flipV="1">
            <a:off x="5255633" y="4361780"/>
            <a:ext cx="720365" cy="890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044B0-A4A2-4E40-B5FD-74D260BE1ED6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8E2535-3A36-43DB-920E-7E78EBFA22B4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161467-31F8-4655-8064-6A0C9187B348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39727-9956-4EC6-8421-B293BBE281F3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FCCF3F-5155-4413-9761-3466FDDFCDF7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19A153-EED5-43D3-A377-D951D67AB3EB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140C79F-D3BE-493C-BEA0-02799A73731A}"/>
              </a:ext>
            </a:extLst>
          </p:cNvPr>
          <p:cNvGraphicFramePr>
            <a:graphicFrameLocks noGrp="1"/>
          </p:cNvGraphicFramePr>
          <p:nvPr/>
        </p:nvGraphicFramePr>
        <p:xfrm>
          <a:off x="262128" y="4088145"/>
          <a:ext cx="4993504" cy="273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424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614378">
                  <a:extLst>
                    <a:ext uri="{9D8B030D-6E8A-4147-A177-3AD203B41FA5}">
                      <a16:colId xmlns:a16="http://schemas.microsoft.com/office/drawing/2014/main" val="2760996286"/>
                    </a:ext>
                  </a:extLst>
                </a:gridCol>
                <a:gridCol w="614378">
                  <a:extLst>
                    <a:ext uri="{9D8B030D-6E8A-4147-A177-3AD203B41FA5}">
                      <a16:colId xmlns:a16="http://schemas.microsoft.com/office/drawing/2014/main" val="682561423"/>
                    </a:ext>
                  </a:extLst>
                </a:gridCol>
                <a:gridCol w="614378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601973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601973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786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488701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EBBE0D64-0B05-406D-A3B0-BE6C1B2568C0}"/>
              </a:ext>
            </a:extLst>
          </p:cNvPr>
          <p:cNvSpPr/>
          <p:nvPr/>
        </p:nvSpPr>
        <p:spPr>
          <a:xfrm rot="3008962">
            <a:off x="10505979" y="2327115"/>
            <a:ext cx="366425" cy="781555"/>
          </a:xfrm>
          <a:prstGeom prst="rect">
            <a:avLst/>
          </a:prstGeom>
          <a:solidFill>
            <a:srgbClr val="0070C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860F20-1E6B-4394-BDDE-6F3307FEDFA3}"/>
              </a:ext>
            </a:extLst>
          </p:cNvPr>
          <p:cNvSpPr txBox="1"/>
          <p:nvPr/>
        </p:nvSpPr>
        <p:spPr>
          <a:xfrm>
            <a:off x="10913005" y="1122323"/>
            <a:ext cx="10967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Bungalow pool 1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2884AC2-954B-4F40-8445-837FE05D698C}"/>
              </a:ext>
            </a:extLst>
          </p:cNvPr>
          <p:cNvGraphicFramePr>
            <a:graphicFrameLocks noGrp="1"/>
          </p:cNvGraphicFramePr>
          <p:nvPr/>
        </p:nvGraphicFramePr>
        <p:xfrm>
          <a:off x="7317224" y="3985290"/>
          <a:ext cx="4874776" cy="284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145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99771">
                  <a:extLst>
                    <a:ext uri="{9D8B030D-6E8A-4147-A177-3AD203B41FA5}">
                      <a16:colId xmlns:a16="http://schemas.microsoft.com/office/drawing/2014/main" val="3005430941"/>
                    </a:ext>
                  </a:extLst>
                </a:gridCol>
                <a:gridCol w="599771">
                  <a:extLst>
                    <a:ext uri="{9D8B030D-6E8A-4147-A177-3AD203B41FA5}">
                      <a16:colId xmlns:a16="http://schemas.microsoft.com/office/drawing/2014/main" val="2011953551"/>
                    </a:ext>
                  </a:extLst>
                </a:gridCol>
                <a:gridCol w="599771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87659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87659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265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613705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739F54-48D6-4E43-83B2-3401A2CD485C}"/>
              </a:ext>
            </a:extLst>
          </p:cNvPr>
          <p:cNvCxnSpPr>
            <a:cxnSpLocks/>
          </p:cNvCxnSpPr>
          <p:nvPr/>
        </p:nvCxnSpPr>
        <p:spPr>
          <a:xfrm flipV="1">
            <a:off x="11592560" y="2063869"/>
            <a:ext cx="0" cy="2104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BA2B72D-93BB-4A5B-8934-E6F98C6BDFBC}"/>
              </a:ext>
            </a:extLst>
          </p:cNvPr>
          <p:cNvSpPr/>
          <p:nvPr/>
        </p:nvSpPr>
        <p:spPr>
          <a:xfrm rot="3008962">
            <a:off x="11332906" y="1376523"/>
            <a:ext cx="366425" cy="781555"/>
          </a:xfrm>
          <a:prstGeom prst="rect">
            <a:avLst/>
          </a:prstGeom>
          <a:solidFill>
            <a:srgbClr val="0070C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5696D0-4924-4B11-AB2C-B49EC05DB233}"/>
              </a:ext>
            </a:extLst>
          </p:cNvPr>
          <p:cNvSpPr txBox="1"/>
          <p:nvPr/>
        </p:nvSpPr>
        <p:spPr>
          <a:xfrm>
            <a:off x="9765292" y="2156656"/>
            <a:ext cx="10967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en-US" dirty="0"/>
              <a:t>Bungalow pool 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69AEEE-699C-43EC-B93B-9D4B7C116F89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7677870" y="2007687"/>
            <a:ext cx="2635810" cy="710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91D6E5E-3B50-43D2-909D-A5F4B1BFB24E}"/>
              </a:ext>
            </a:extLst>
          </p:cNvPr>
          <p:cNvGraphicFramePr>
            <a:graphicFrameLocks noGrp="1"/>
          </p:cNvGraphicFramePr>
          <p:nvPr/>
        </p:nvGraphicFramePr>
        <p:xfrm>
          <a:off x="2852128" y="587476"/>
          <a:ext cx="4825742" cy="284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032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93738">
                  <a:extLst>
                    <a:ext uri="{9D8B030D-6E8A-4147-A177-3AD203B41FA5}">
                      <a16:colId xmlns:a16="http://schemas.microsoft.com/office/drawing/2014/main" val="3792701470"/>
                    </a:ext>
                  </a:extLst>
                </a:gridCol>
                <a:gridCol w="593738">
                  <a:extLst>
                    <a:ext uri="{9D8B030D-6E8A-4147-A177-3AD203B41FA5}">
                      <a16:colId xmlns:a16="http://schemas.microsoft.com/office/drawing/2014/main" val="3577155795"/>
                    </a:ext>
                  </a:extLst>
                </a:gridCol>
                <a:gridCol w="593738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81748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81748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5357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265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255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19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7E4F-DF31-6114-3402-989CD93D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F46A9E1-20EB-A087-98BC-EC5E92711F0B}"/>
              </a:ext>
            </a:extLst>
          </p:cNvPr>
          <p:cNvGrpSpPr/>
          <p:nvPr/>
        </p:nvGrpSpPr>
        <p:grpSpPr>
          <a:xfrm>
            <a:off x="675882" y="612204"/>
            <a:ext cx="10439912" cy="4639961"/>
            <a:chOff x="876044" y="617838"/>
            <a:chExt cx="10439912" cy="463996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EE74504-A105-9F00-A669-5ACEC7E4D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389" b="2211"/>
            <a:stretch>
              <a:fillRect/>
            </a:stretch>
          </p:blipFill>
          <p:spPr>
            <a:xfrm>
              <a:off x="876044" y="617838"/>
              <a:ext cx="10439912" cy="4639961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1BA51CD-0AC1-FE34-8316-345CA70B1483}"/>
                </a:ext>
              </a:extLst>
            </p:cNvPr>
            <p:cNvSpPr txBox="1"/>
            <p:nvPr/>
          </p:nvSpPr>
          <p:spPr>
            <a:xfrm>
              <a:off x="4300329" y="4705955"/>
              <a:ext cx="11977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50"/>
              </a:lvl1pPr>
            </a:lstStyle>
            <a:p>
              <a:r>
                <a:rPr lang="en-US" dirty="0"/>
                <a:t>AFT Water feature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3D957D-517B-C1D7-AD8E-B791E19CB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113"/>
            <a:ext cx="11743465" cy="48965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LOBBY WATER FEATURE, KIDS WATER FEATURE &amp; BUNGALOW POOL 1 &amp; 2 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B2A93E7-FB51-B54F-A750-60E3635203AB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3792453" y="4762124"/>
            <a:ext cx="1953756" cy="543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044B0-A4A2-4E40-B5FD-74D260BE1ED6}"/>
              </a:ext>
            </a:extLst>
          </p:cNvPr>
          <p:cNvSpPr/>
          <p:nvPr/>
        </p:nvSpPr>
        <p:spPr>
          <a:xfrm>
            <a:off x="182220" y="668113"/>
            <a:ext cx="418125" cy="253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8E2535-3A36-43DB-920E-7E78EBFA22B4}"/>
              </a:ext>
            </a:extLst>
          </p:cNvPr>
          <p:cNvSpPr txBox="1"/>
          <p:nvPr/>
        </p:nvSpPr>
        <p:spPr>
          <a:xfrm>
            <a:off x="675882" y="624031"/>
            <a:ext cx="19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Work in progress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161467-31F8-4655-8064-6A0C9187B348}"/>
              </a:ext>
            </a:extLst>
          </p:cNvPr>
          <p:cNvSpPr/>
          <p:nvPr/>
        </p:nvSpPr>
        <p:spPr>
          <a:xfrm>
            <a:off x="182220" y="1001120"/>
            <a:ext cx="418125" cy="2539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839727-9956-4EC6-8421-B293BBE281F3}"/>
              </a:ext>
            </a:extLst>
          </p:cNvPr>
          <p:cNvSpPr txBox="1"/>
          <p:nvPr/>
        </p:nvSpPr>
        <p:spPr>
          <a:xfrm>
            <a:off x="675882" y="957038"/>
            <a:ext cx="13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Completed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FCCF3F-5155-4413-9761-3466FDDFCDF7}"/>
              </a:ext>
            </a:extLst>
          </p:cNvPr>
          <p:cNvSpPr/>
          <p:nvPr/>
        </p:nvSpPr>
        <p:spPr>
          <a:xfrm>
            <a:off x="182220" y="1362527"/>
            <a:ext cx="418125" cy="2539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19A153-EED5-43D3-A377-D951D67AB3EB}"/>
              </a:ext>
            </a:extLst>
          </p:cNvPr>
          <p:cNvSpPr txBox="1"/>
          <p:nvPr/>
        </p:nvSpPr>
        <p:spPr>
          <a:xfrm>
            <a:off x="675882" y="1318445"/>
            <a:ext cx="229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- 6 Weeks look ahead 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6E1143A-380E-4EE1-BEEA-E80BC52A8682}"/>
              </a:ext>
            </a:extLst>
          </p:cNvPr>
          <p:cNvSpPr/>
          <p:nvPr/>
        </p:nvSpPr>
        <p:spPr>
          <a:xfrm>
            <a:off x="3183255" y="4533900"/>
            <a:ext cx="891540" cy="685800"/>
          </a:xfrm>
          <a:custGeom>
            <a:avLst/>
            <a:gdLst>
              <a:gd name="connsiteX0" fmla="*/ 139065 w 891540"/>
              <a:gd name="connsiteY0" fmla="*/ 0 h 685800"/>
              <a:gd name="connsiteX1" fmla="*/ 0 w 891540"/>
              <a:gd name="connsiteY1" fmla="*/ 497205 h 685800"/>
              <a:gd name="connsiteX2" fmla="*/ 215265 w 891540"/>
              <a:gd name="connsiteY2" fmla="*/ 560070 h 685800"/>
              <a:gd name="connsiteX3" fmla="*/ 342900 w 891540"/>
              <a:gd name="connsiteY3" fmla="*/ 306705 h 685800"/>
              <a:gd name="connsiteX4" fmla="*/ 539115 w 891540"/>
              <a:gd name="connsiteY4" fmla="*/ 350520 h 685800"/>
              <a:gd name="connsiteX5" fmla="*/ 552450 w 891540"/>
              <a:gd name="connsiteY5" fmla="*/ 651510 h 685800"/>
              <a:gd name="connsiteX6" fmla="*/ 762000 w 891540"/>
              <a:gd name="connsiteY6" fmla="*/ 685800 h 685800"/>
              <a:gd name="connsiteX7" fmla="*/ 891540 w 891540"/>
              <a:gd name="connsiteY7" fmla="*/ 173355 h 685800"/>
              <a:gd name="connsiteX8" fmla="*/ 859155 w 891540"/>
              <a:gd name="connsiteY8" fmla="*/ 125730 h 685800"/>
              <a:gd name="connsiteX9" fmla="*/ 542925 w 891540"/>
              <a:gd name="connsiteY9" fmla="*/ 53340 h 685800"/>
              <a:gd name="connsiteX10" fmla="*/ 139065 w 891540"/>
              <a:gd name="connsiteY10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1540" h="685800">
                <a:moveTo>
                  <a:pt x="139065" y="0"/>
                </a:moveTo>
                <a:lnTo>
                  <a:pt x="0" y="497205"/>
                </a:lnTo>
                <a:lnTo>
                  <a:pt x="215265" y="560070"/>
                </a:lnTo>
                <a:lnTo>
                  <a:pt x="342900" y="306705"/>
                </a:lnTo>
                <a:lnTo>
                  <a:pt x="539115" y="350520"/>
                </a:lnTo>
                <a:lnTo>
                  <a:pt x="552450" y="651510"/>
                </a:lnTo>
                <a:lnTo>
                  <a:pt x="762000" y="685800"/>
                </a:lnTo>
                <a:lnTo>
                  <a:pt x="891540" y="173355"/>
                </a:lnTo>
                <a:lnTo>
                  <a:pt x="859155" y="125730"/>
                </a:lnTo>
                <a:lnTo>
                  <a:pt x="542925" y="53340"/>
                </a:lnTo>
                <a:lnTo>
                  <a:pt x="139065" y="0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E6C19CC-7AA8-40C2-9042-C3162AD3A26A}"/>
              </a:ext>
            </a:extLst>
          </p:cNvPr>
          <p:cNvGraphicFramePr>
            <a:graphicFrameLocks noGrp="1"/>
          </p:cNvGraphicFramePr>
          <p:nvPr/>
        </p:nvGraphicFramePr>
        <p:xfrm>
          <a:off x="5746209" y="3885294"/>
          <a:ext cx="4874776" cy="284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145">
                  <a:extLst>
                    <a:ext uri="{9D8B030D-6E8A-4147-A177-3AD203B41FA5}">
                      <a16:colId xmlns:a16="http://schemas.microsoft.com/office/drawing/2014/main" val="674838358"/>
                    </a:ext>
                  </a:extLst>
                </a:gridCol>
                <a:gridCol w="599771">
                  <a:extLst>
                    <a:ext uri="{9D8B030D-6E8A-4147-A177-3AD203B41FA5}">
                      <a16:colId xmlns:a16="http://schemas.microsoft.com/office/drawing/2014/main" val="3005430941"/>
                    </a:ext>
                  </a:extLst>
                </a:gridCol>
                <a:gridCol w="599771">
                  <a:extLst>
                    <a:ext uri="{9D8B030D-6E8A-4147-A177-3AD203B41FA5}">
                      <a16:colId xmlns:a16="http://schemas.microsoft.com/office/drawing/2014/main" val="2011953551"/>
                    </a:ext>
                  </a:extLst>
                </a:gridCol>
                <a:gridCol w="599771">
                  <a:extLst>
                    <a:ext uri="{9D8B030D-6E8A-4147-A177-3AD203B41FA5}">
                      <a16:colId xmlns:a16="http://schemas.microsoft.com/office/drawing/2014/main" val="2042651215"/>
                    </a:ext>
                  </a:extLst>
                </a:gridCol>
                <a:gridCol w="587659">
                  <a:extLst>
                    <a:ext uri="{9D8B030D-6E8A-4147-A177-3AD203B41FA5}">
                      <a16:colId xmlns:a16="http://schemas.microsoft.com/office/drawing/2014/main" val="2281008295"/>
                    </a:ext>
                  </a:extLst>
                </a:gridCol>
                <a:gridCol w="587659">
                  <a:extLst>
                    <a:ext uri="{9D8B030D-6E8A-4147-A177-3AD203B41FA5}">
                      <a16:colId xmlns:a16="http://schemas.microsoft.com/office/drawing/2014/main" val="533953416"/>
                    </a:ext>
                  </a:extLst>
                </a:gridCol>
              </a:tblGrid>
              <a:tr h="326923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PLANNED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PLANNED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ACTUAL / FORECAST FINISH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PROGRESS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64033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0901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3434"/>
                  </a:ext>
                </a:extLst>
              </a:tr>
              <a:tr h="878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Handover for Finishing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22980"/>
                  </a:ext>
                </a:extLst>
              </a:tr>
              <a:tr h="394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Wooden Template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039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Rectification Of Structural Undulation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6468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MEP 2nd Fix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2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Shuttering &amp; Grouting of MEP Fixtures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1198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Final Finishes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16338"/>
                  </a:ext>
                </a:extLst>
              </a:tr>
              <a:tr h="265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Delivery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827633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Waterproofing Surface Preparation Incl. Angle Fillet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80953"/>
                  </a:ext>
                </a:extLst>
              </a:tr>
              <a:tr h="1323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rectification (Alec)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9566"/>
                  </a:ext>
                </a:extLst>
              </a:tr>
              <a:tr h="1629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of Polyurea Incl. Primer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78978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Spark Test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00295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Floor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64259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Tiling Works for Walls and Channels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0666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Pool Coping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2177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 Wall Cladding Works (ETA: To be Confirmed)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29106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Epoxy Grouting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3540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Curing for Grouting (Prior to Water Filling)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1121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Filling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88714"/>
                  </a:ext>
                </a:extLst>
              </a:tr>
              <a:tr h="916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Railing Works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6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83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E96C35CC-5DC9-3CD3-2E38-07527632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3710709-37F6-B9F2-9118-4B4567003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6415" y="2937578"/>
            <a:ext cx="2051654" cy="1761795"/>
          </a:xfrm>
          <a:prstGeom prst="rect">
            <a:avLst/>
          </a:prstGeom>
        </p:spPr>
      </p:pic>
      <p:sp>
        <p:nvSpPr>
          <p:cNvPr id="7" name="Subtitle 4">
            <a:extLst>
              <a:ext uri="{FF2B5EF4-FFF2-40B4-BE49-F238E27FC236}">
                <a16:creationId xmlns:a16="http://schemas.microsoft.com/office/drawing/2014/main" id="{255DDBA6-13D1-DAEF-9E14-46E0A8842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9704"/>
            <a:ext cx="11090521" cy="559072"/>
          </a:xfrm>
          <a:solidFill>
            <a:srgbClr val="002060"/>
          </a:solidFill>
        </p:spPr>
        <p:txBody>
          <a:bodyPr anchor="ctr"/>
          <a:lstStyle/>
          <a:p>
            <a:pPr algn="l"/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CENTRAL WATER FEATURE</a:t>
            </a:r>
            <a:endParaRPr lang="nn-NO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25D717-DC5E-398E-58ED-61D62C757D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35"/>
          <a:stretch>
            <a:fillRect/>
          </a:stretch>
        </p:blipFill>
        <p:spPr>
          <a:xfrm>
            <a:off x="116051" y="905410"/>
            <a:ext cx="2476039" cy="17227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7F7AF4-4050-56F3-C87D-17F76CDE1958}"/>
              </a:ext>
            </a:extLst>
          </p:cNvPr>
          <p:cNvSpPr txBox="1"/>
          <p:nvPr/>
        </p:nvSpPr>
        <p:spPr>
          <a:xfrm rot="10800000" flipV="1">
            <a:off x="340623" y="3062117"/>
            <a:ext cx="2224659" cy="24622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CENTRAL WATER FEATURE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868316-FB71-FE78-5521-9C9292C7D41C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452951" y="2014256"/>
            <a:ext cx="1" cy="104786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E67ADCF-F205-5904-C880-24E2E04DA4A3}"/>
              </a:ext>
            </a:extLst>
          </p:cNvPr>
          <p:cNvSpPr/>
          <p:nvPr/>
        </p:nvSpPr>
        <p:spPr>
          <a:xfrm>
            <a:off x="116051" y="6492690"/>
            <a:ext cx="989597" cy="2088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In Progress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342EC0-9E71-FC64-910E-3F5E46736A3C}"/>
              </a:ext>
            </a:extLst>
          </p:cNvPr>
          <p:cNvSpPr/>
          <p:nvPr/>
        </p:nvSpPr>
        <p:spPr>
          <a:xfrm>
            <a:off x="1602493" y="6500779"/>
            <a:ext cx="989597" cy="2088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Forecast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B98E68-DEBA-39E8-3B1C-D01907F1C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3" b="3963"/>
          <a:stretch/>
        </p:blipFill>
        <p:spPr>
          <a:xfrm>
            <a:off x="10016415" y="905410"/>
            <a:ext cx="2051654" cy="1729725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2D68495-A437-4702-9ED9-DAF9FBA6BFFC}"/>
              </a:ext>
            </a:extLst>
          </p:cNvPr>
          <p:cNvGraphicFramePr>
            <a:graphicFrameLocks noGrp="1"/>
          </p:cNvGraphicFramePr>
          <p:nvPr/>
        </p:nvGraphicFramePr>
        <p:xfrm>
          <a:off x="2649686" y="897827"/>
          <a:ext cx="7264465" cy="5819490"/>
        </p:xfrm>
        <a:graphic>
          <a:graphicData uri="http://schemas.openxmlformats.org/drawingml/2006/table">
            <a:tbl>
              <a:tblPr/>
              <a:tblGrid>
                <a:gridCol w="586733">
                  <a:extLst>
                    <a:ext uri="{9D8B030D-6E8A-4147-A177-3AD203B41FA5}">
                      <a16:colId xmlns:a16="http://schemas.microsoft.com/office/drawing/2014/main" val="2792913973"/>
                    </a:ext>
                  </a:extLst>
                </a:gridCol>
                <a:gridCol w="2432493">
                  <a:extLst>
                    <a:ext uri="{9D8B030D-6E8A-4147-A177-3AD203B41FA5}">
                      <a16:colId xmlns:a16="http://schemas.microsoft.com/office/drawing/2014/main" val="1145690977"/>
                    </a:ext>
                  </a:extLst>
                </a:gridCol>
                <a:gridCol w="537838">
                  <a:extLst>
                    <a:ext uri="{9D8B030D-6E8A-4147-A177-3AD203B41FA5}">
                      <a16:colId xmlns:a16="http://schemas.microsoft.com/office/drawing/2014/main" val="3936211691"/>
                    </a:ext>
                  </a:extLst>
                </a:gridCol>
                <a:gridCol w="537838">
                  <a:extLst>
                    <a:ext uri="{9D8B030D-6E8A-4147-A177-3AD203B41FA5}">
                      <a16:colId xmlns:a16="http://schemas.microsoft.com/office/drawing/2014/main" val="2960767188"/>
                    </a:ext>
                  </a:extLst>
                </a:gridCol>
                <a:gridCol w="550059">
                  <a:extLst>
                    <a:ext uri="{9D8B030D-6E8A-4147-A177-3AD203B41FA5}">
                      <a16:colId xmlns:a16="http://schemas.microsoft.com/office/drawing/2014/main" val="345703446"/>
                    </a:ext>
                  </a:extLst>
                </a:gridCol>
                <a:gridCol w="550059">
                  <a:extLst>
                    <a:ext uri="{9D8B030D-6E8A-4147-A177-3AD203B41FA5}">
                      <a16:colId xmlns:a16="http://schemas.microsoft.com/office/drawing/2014/main" val="2645685445"/>
                    </a:ext>
                  </a:extLst>
                </a:gridCol>
                <a:gridCol w="477142">
                  <a:extLst>
                    <a:ext uri="{9D8B030D-6E8A-4147-A177-3AD203B41FA5}">
                      <a16:colId xmlns:a16="http://schemas.microsoft.com/office/drawing/2014/main" val="4112295985"/>
                    </a:ext>
                  </a:extLst>
                </a:gridCol>
                <a:gridCol w="1592303">
                  <a:extLst>
                    <a:ext uri="{9D8B030D-6E8A-4147-A177-3AD203B41FA5}">
                      <a16:colId xmlns:a16="http://schemas.microsoft.com/office/drawing/2014/main" val="1756462419"/>
                    </a:ext>
                  </a:extLst>
                </a:gridCol>
              </a:tblGrid>
              <a:tr h="113704">
                <a:tc rowSpan="3" gridSpan="2"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DATES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WORKING PROGRAM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 DONE %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260212"/>
                  </a:ext>
                </a:extLst>
              </a:tr>
              <a:tr h="113704">
                <a:tc gridSpan="2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PLANNED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FORECAST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979008"/>
                  </a:ext>
                </a:extLst>
              </a:tr>
              <a:tr h="113704">
                <a:tc gridSpan="2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FINISH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FINISH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659546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1. Complete concrete works to south wall curb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15-Feb-26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15-Feb-26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111897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2. Complete fixing anchor bolts and survey 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28-Jan-26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12-Feb-26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28-Jan-26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12-Feb-26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456528"/>
                  </a:ext>
                </a:extLst>
              </a:tr>
              <a:tr h="2224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3. Complete making good to top of wall if required and verify level for achieving final water level weir wall 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24-Apr-26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10-May-26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17738"/>
                  </a:ext>
                </a:extLst>
              </a:tr>
              <a:tr h="2224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5. Install epoxy angle fillets at all corners and around all MEP pipe penetrations by IKK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9-Apr-26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21-Apr-26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82810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6. Surface preparation - Grinding/sand Blasting - By IKK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20-Apr-26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15-May-26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20-Apr-26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25290"/>
                  </a:ext>
                </a:extLst>
              </a:tr>
              <a:tr h="2224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7. Application of primer &amp;  first layer of  polyurea water proofing by IKK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28-May-26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11-Jun-26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686487"/>
                  </a:ext>
                </a:extLst>
              </a:tr>
              <a:tr h="2139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8a. Fabrication and delivery of drilling templates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20-May-26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25-Jun-26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20-May-26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24-Jun-26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70029"/>
                  </a:ext>
                </a:extLst>
              </a:tr>
              <a:tr h="4476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Setting out of bolt by Proscape 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26-Jun-26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15-Aug-26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18-Jun-26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208037"/>
                  </a:ext>
                </a:extLst>
              </a:tr>
              <a:tr h="3377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SCI/Falcon survey check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16-Aug-26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26-Aug-26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4753"/>
                  </a:ext>
                </a:extLst>
              </a:tr>
              <a:tr h="4476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PSC holes drilling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27-Aug-26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27-Aug-26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123942"/>
                  </a:ext>
                </a:extLst>
              </a:tr>
              <a:tr h="2039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Bolt Installation By Proscape. 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10-Sep-26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27-Aug-26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609054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SCI/Falcon bolt (quality, verticality, torque) check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7-Sep-26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28-Aug-26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 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11000402020202020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164602"/>
                  </a:ext>
                </a:extLst>
              </a:tr>
              <a:tr h="2130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 second layer of waterproofing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6-Sep-26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29-Sep-26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07-Sep-26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29-Sep-26</a:t>
                      </a:r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413842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Installation of Base Plates in Zone 1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13-Sep-26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18-Sep-26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15-Sep-26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18-Sep-26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901280"/>
                  </a:ext>
                </a:extLst>
              </a:tr>
              <a:tr h="2039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Application of 3rd layer waterproof and top coat in zone 1. 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6-Oct-26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9-Oct-26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936522"/>
                  </a:ext>
                </a:extLst>
              </a:tr>
              <a:tr h="227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Installation of Base Plates in Zone 3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30-Sep-26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5-Oct-26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167424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Application of 3rd layer waterproof and top coat in zone 3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12-Oct-26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15-Oct-26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88528"/>
                  </a:ext>
                </a:extLst>
              </a:tr>
              <a:tr h="227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Installation of Base Plates in Zone 2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19-Sep-26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25-Sep-26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19-Sep-26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25-Sep-26</a:t>
                      </a:r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98168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Application of 3rd layer waterproof and top coat in zone 2.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9-Oct-26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12-Oct-26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33020"/>
                  </a:ext>
                </a:extLst>
              </a:tr>
              <a:tr h="227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>
                          <a:solidFill>
                            <a:srgbClr val="29293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 tech floor bottom section by Show Canada Zone 1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10-Oct-26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30-Oct-26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SCI Tech floor delivery dates TBC.  SCI to confirm installation duration.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878104"/>
                  </a:ext>
                </a:extLst>
              </a:tr>
              <a:tr h="117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Installation of Cable trunking and piping in Zone 1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10-Oct-26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3-Nov-26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E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735792"/>
                  </a:ext>
                </a:extLst>
              </a:tr>
              <a:tr h="2130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 tech floor bottom section by Show Canada Zone 3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13-Oct-26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2-Nov-26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E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SCI Tech floor delivery dates TBC.  SCI to confirm installation duration.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495155"/>
                  </a:ext>
                </a:extLst>
              </a:tr>
              <a:tr h="3377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Installation of Cable trunking and piping in Zone 3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16-Oct-26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9-Nov-26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E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997974"/>
                  </a:ext>
                </a:extLst>
              </a:tr>
              <a:tr h="2130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 tech floor bottom section by Show Canada Zone 2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16-Oct-26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5-Nov-26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AE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SCI Tech floor delivery dates TBC.  SCI to confirm installation duration.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352066"/>
                  </a:ext>
                </a:extLst>
              </a:tr>
              <a:tr h="3377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AE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Installation of Cable trunking and piping in Zone 2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12-Oct-26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22-Oct-26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AE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641" marR="3641" marT="364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110004020202020204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47832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28B3FD96-27FF-4D42-BCE1-AF7FD345E1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930" y="3672772"/>
            <a:ext cx="2423491" cy="267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6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7DC95A-C24A-6204-98BB-E5061E6774AF}"/>
              </a:ext>
            </a:extLst>
          </p:cNvPr>
          <p:cNvSpPr txBox="1"/>
          <p:nvPr/>
        </p:nvSpPr>
        <p:spPr>
          <a:xfrm>
            <a:off x="4525525" y="5379463"/>
            <a:ext cx="2573348" cy="214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62"/>
            <a:r>
              <a:rPr lang="en-US" sz="792" b="1">
                <a:solidFill>
                  <a:prstClr val="white"/>
                </a:solidFill>
                <a:latin typeface="Aptos" panose="02110004020202020204"/>
              </a:rPr>
              <a:t>WPP No. 68 | Overall | 10-Jan-25 | Page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D0A88-A702-464A-B642-D23FC5B8FD16}"/>
              </a:ext>
            </a:extLst>
          </p:cNvPr>
          <p:cNvPicPr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7388" y="571499"/>
            <a:ext cx="10044613" cy="6286502"/>
          </a:xfrm>
          <a:prstGeom prst="parallelogram">
            <a:avLst>
              <a:gd name="adj" fmla="val 0"/>
            </a:avLst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C67CFBCC-3A05-494B-BA3C-72B84B3EEDCC}"/>
              </a:ext>
            </a:extLst>
          </p:cNvPr>
          <p:cNvSpPr/>
          <p:nvPr/>
        </p:nvSpPr>
        <p:spPr>
          <a:xfrm rot="5400000">
            <a:off x="1140667" y="1578220"/>
            <a:ext cx="6286501" cy="427306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98670-BF16-49A4-AFDA-FCFFB8E2B7F0}"/>
              </a:ext>
            </a:extLst>
          </p:cNvPr>
          <p:cNvSpPr/>
          <p:nvPr/>
        </p:nvSpPr>
        <p:spPr>
          <a:xfrm>
            <a:off x="0" y="2991057"/>
            <a:ext cx="3376732" cy="612119"/>
          </a:xfrm>
          <a:prstGeom prst="rect">
            <a:avLst/>
          </a:prstGeom>
          <a:solidFill>
            <a:srgbClr val="00285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838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1925</TotalTime>
  <Words>4435</Words>
  <Application>Microsoft Office PowerPoint</Application>
  <PresentationFormat>Widescreen</PresentationFormat>
  <Paragraphs>2317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Calibri</vt:lpstr>
      <vt:lpstr>Century Gothic</vt:lpstr>
      <vt:lpstr>Office Theme</vt:lpstr>
      <vt:lpstr>Resort Beach Pool finishes lookahead</vt:lpstr>
      <vt:lpstr>RESORT ADULT POOL 1 &amp; SPA</vt:lpstr>
      <vt:lpstr>RESORT FAMILY POOL 1 &amp; 2, FAMILY BEACH POOL</vt:lpstr>
      <vt:lpstr>TOWER SUITES FAMILY POOL, RESORT FAMILY POOL 3 &amp; RESORT ADULT POOL 2 </vt:lpstr>
      <vt:lpstr>TOWER SUITES QUIET POOL , BAJA WF &amp; PRIVATE CABANA POOL </vt:lpstr>
      <vt:lpstr>TOWER SUITES QUIET POOL, TOWER SUITS ADULT POOL  &amp; BUNGALOW POOL 3</vt:lpstr>
      <vt:lpstr>LOBBY WATER FEATURE, KIDS WATER FEATURE &amp; BUNGALOW POOL 1 &amp; 2 </vt:lpstr>
      <vt:lpstr>LOBBY WATER FEATURE, KIDS WATER FEATURE &amp; BUNGALOW POOL 1 &amp; 2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RESORT ADULT POOL 1 &amp; FAMILY BEACH POOL</dc:title>
  <dc:creator>Muhammad Haris Khan</dc:creator>
  <cp:lastModifiedBy>Mohamed Abu Faiz</cp:lastModifiedBy>
  <cp:revision>214</cp:revision>
  <cp:lastPrinted>2026-09-21T06:29:38Z</cp:lastPrinted>
  <dcterms:created xsi:type="dcterms:W3CDTF">2026-08-11T10:39:47Z</dcterms:created>
  <dcterms:modified xsi:type="dcterms:W3CDTF">2026-10-04T07:31:00Z</dcterms:modified>
</cp:coreProperties>
</file>